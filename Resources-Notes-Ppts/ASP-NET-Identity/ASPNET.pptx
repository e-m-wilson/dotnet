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52"/>
  </p:notesMasterIdLst>
  <p:sldIdLst>
    <p:sldId id="256" r:id="rId2"/>
    <p:sldId id="258" r:id="rId3"/>
    <p:sldId id="260" r:id="rId4"/>
    <p:sldId id="289" r:id="rId5"/>
    <p:sldId id="261" r:id="rId6"/>
    <p:sldId id="262" r:id="rId7"/>
    <p:sldId id="263" r:id="rId8"/>
    <p:sldId id="264" r:id="rId9"/>
    <p:sldId id="265" r:id="rId10"/>
    <p:sldId id="266" r:id="rId11"/>
    <p:sldId id="267" r:id="rId12"/>
    <p:sldId id="268" r:id="rId13"/>
    <p:sldId id="269" r:id="rId14"/>
    <p:sldId id="270" r:id="rId15"/>
    <p:sldId id="271" r:id="rId16"/>
    <p:sldId id="282" r:id="rId17"/>
    <p:sldId id="272" r:id="rId18"/>
    <p:sldId id="273" r:id="rId19"/>
    <p:sldId id="274" r:id="rId20"/>
    <p:sldId id="275" r:id="rId21"/>
    <p:sldId id="276" r:id="rId22"/>
    <p:sldId id="277" r:id="rId23"/>
    <p:sldId id="278" r:id="rId24"/>
    <p:sldId id="279" r:id="rId25"/>
    <p:sldId id="280" r:id="rId26"/>
    <p:sldId id="281" r:id="rId27"/>
    <p:sldId id="283" r:id="rId28"/>
    <p:sldId id="284" r:id="rId29"/>
    <p:sldId id="285" r:id="rId30"/>
    <p:sldId id="286" r:id="rId31"/>
    <p:sldId id="288" r:id="rId32"/>
    <p:sldId id="287" r:id="rId33"/>
    <p:sldId id="397" r:id="rId34"/>
    <p:sldId id="400" r:id="rId35"/>
    <p:sldId id="401" r:id="rId36"/>
    <p:sldId id="402" r:id="rId37"/>
    <p:sldId id="403" r:id="rId38"/>
    <p:sldId id="404" r:id="rId39"/>
    <p:sldId id="405" r:id="rId40"/>
    <p:sldId id="406" r:id="rId41"/>
    <p:sldId id="407" r:id="rId42"/>
    <p:sldId id="408" r:id="rId43"/>
    <p:sldId id="409" r:id="rId44"/>
    <p:sldId id="410" r:id="rId45"/>
    <p:sldId id="411" r:id="rId46"/>
    <p:sldId id="412" r:id="rId47"/>
    <p:sldId id="413" r:id="rId48"/>
    <p:sldId id="414" r:id="rId49"/>
    <p:sldId id="415" r:id="rId50"/>
    <p:sldId id="416" r:id="rId51"/>
  </p:sldIdLst>
  <p:sldSz cx="9144000" cy="5143500" type="screen16x9"/>
  <p:notesSz cx="6858000" cy="9144000"/>
  <p:embeddedFontLst>
    <p:embeddedFont>
      <p:font typeface="Gill Sans MT" panose="020B0502020104020203" pitchFamily="34" charset="0"/>
      <p:regular r:id="rId53"/>
      <p:bold r:id="rId54"/>
      <p:italic r:id="rId55"/>
      <p:boldItalic r:id="rId56"/>
    </p:embeddedFont>
    <p:embeddedFont>
      <p:font typeface="Hammersmith One" panose="02010703030501060504" pitchFamily="2" charset="0"/>
      <p:regular r:id="rId57"/>
    </p:embeddedFont>
    <p:embeddedFont>
      <p:font typeface="Wingdings 2" panose="05020102010507070707" pitchFamily="18" charset="2"/>
      <p:regular r:id="rId5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723CE10-83FF-47DA-89D2-9009D815A9A8}">
  <a:tblStyle styleId="{3723CE10-83FF-47DA-89D2-9009D815A9A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89" autoAdjust="0"/>
    <p:restoredTop sz="96247" autoAdjust="0"/>
  </p:normalViewPr>
  <p:slideViewPr>
    <p:cSldViewPr snapToGrid="0">
      <p:cViewPr varScale="1">
        <p:scale>
          <a:sx n="197" d="100"/>
          <a:sy n="197" d="100"/>
        </p:scale>
        <p:origin x="564"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3.fntdata"/><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font" Target="fonts/font6.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than Wilson" userId="622220c9-5e7c-4955-a7c5-4d64b790f7c8" providerId="ADAL" clId="{440F1A42-06CA-4A2E-8226-1CFBBCC6B18D}"/>
    <pc:docChg chg="delSld delMainMaster">
      <pc:chgData name="Ethan Wilson" userId="622220c9-5e7c-4955-a7c5-4d64b790f7c8" providerId="ADAL" clId="{440F1A42-06CA-4A2E-8226-1CFBBCC6B18D}" dt="2024-11-07T18:41:19.717" v="0" actId="47"/>
      <pc:docMkLst>
        <pc:docMk/>
      </pc:docMkLst>
      <pc:sldChg chg="del">
        <pc:chgData name="Ethan Wilson" userId="622220c9-5e7c-4955-a7c5-4d64b790f7c8" providerId="ADAL" clId="{440F1A42-06CA-4A2E-8226-1CFBBCC6B18D}" dt="2024-11-07T18:41:19.717" v="0" actId="47"/>
        <pc:sldMkLst>
          <pc:docMk/>
          <pc:sldMk cId="0" sldId="307"/>
        </pc:sldMkLst>
      </pc:sldChg>
      <pc:sldMasterChg chg="del delSldLayout">
        <pc:chgData name="Ethan Wilson" userId="622220c9-5e7c-4955-a7c5-4d64b790f7c8" providerId="ADAL" clId="{440F1A42-06CA-4A2E-8226-1CFBBCC6B18D}" dt="2024-11-07T18:41:19.717" v="0" actId="47"/>
        <pc:sldMasterMkLst>
          <pc:docMk/>
          <pc:sldMasterMk cId="0" sldId="2147483672"/>
        </pc:sldMasterMkLst>
        <pc:sldLayoutChg chg="del">
          <pc:chgData name="Ethan Wilson" userId="622220c9-5e7c-4955-a7c5-4d64b790f7c8" providerId="ADAL" clId="{440F1A42-06CA-4A2E-8226-1CFBBCC6B18D}" dt="2024-11-07T18:41:19.717" v="0" actId="47"/>
          <pc:sldLayoutMkLst>
            <pc:docMk/>
            <pc:sldMasterMk cId="0" sldId="2147483672"/>
            <pc:sldLayoutMk cId="0" sldId="214748367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9c8c653ffb_0_6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9c8c653ffb_0_6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a6a9e8cae7_0_4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a6a9e8cae7_0_4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a6a9e8cae7_0_4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a6a9e8cae7_0_4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34900" y="2314324"/>
            <a:ext cx="8447150" cy="24786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sz="1050"/>
          </a:p>
        </p:txBody>
      </p:sp>
      <p:sp>
        <p:nvSpPr>
          <p:cNvPr id="2" name="Title 1"/>
          <p:cNvSpPr>
            <a:spLocks noGrp="1"/>
          </p:cNvSpPr>
          <p:nvPr>
            <p:ph type="ctrTitle"/>
          </p:nvPr>
        </p:nvSpPr>
        <p:spPr>
          <a:xfrm>
            <a:off x="435894" y="765324"/>
            <a:ext cx="8245162" cy="1106260"/>
          </a:xfrm>
          <a:effectLst/>
        </p:spPr>
        <p:txBody>
          <a:bodyPr anchor="b">
            <a:normAutofit/>
          </a:bodyPr>
          <a:lstStyle>
            <a:lvl1pPr>
              <a:defRPr sz="27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435895" y="1871584"/>
            <a:ext cx="8245160" cy="442741"/>
          </a:xfrm>
        </p:spPr>
        <p:txBody>
          <a:bodyPr anchor="t">
            <a:normAutofit/>
          </a:bodyPr>
          <a:lstStyle>
            <a:lvl1pPr marL="0" indent="0" algn="l">
              <a:buNone/>
              <a:defRPr sz="1200" cap="all">
                <a:solidFill>
                  <a:schemeClr val="accent2"/>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5704463" y="4467103"/>
            <a:ext cx="2133600" cy="273844"/>
          </a:xfrm>
        </p:spPr>
        <p:txBody>
          <a:bodyPr/>
          <a:lstStyle>
            <a:lvl1pPr>
              <a:defRPr>
                <a:solidFill>
                  <a:schemeClr val="accent1">
                    <a:lumMod val="75000"/>
                    <a:lumOff val="25000"/>
                  </a:schemeClr>
                </a:solidFill>
              </a:defRPr>
            </a:lvl1pPr>
          </a:lstStyle>
          <a:p>
            <a:fld id="{B61BEF0D-F0BB-DE4B-95CE-6DB70DBA9567}" type="datetimeFigureOut">
              <a:rPr lang="en-US" dirty="0"/>
              <a:pPr/>
              <a:t>6/2/2026</a:t>
            </a:fld>
            <a:endParaRPr lang="en-US" dirty="0"/>
          </a:p>
        </p:txBody>
      </p:sp>
      <p:sp>
        <p:nvSpPr>
          <p:cNvPr id="5" name="Footer Placeholder 4"/>
          <p:cNvSpPr>
            <a:spLocks noGrp="1"/>
          </p:cNvSpPr>
          <p:nvPr>
            <p:ph type="ftr" sz="quarter" idx="11"/>
          </p:nvPr>
        </p:nvSpPr>
        <p:spPr>
          <a:xfrm>
            <a:off x="435894" y="4463859"/>
            <a:ext cx="5187908" cy="273844"/>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7918725" y="4467103"/>
            <a:ext cx="762330" cy="273844"/>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4266960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330214" y="460805"/>
            <a:ext cx="8482004" cy="89197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sz="1050"/>
          </a:p>
        </p:txBody>
      </p:sp>
      <p:sp>
        <p:nvSpPr>
          <p:cNvPr id="2" name="Title 1"/>
          <p:cNvSpPr>
            <a:spLocks noGrp="1"/>
          </p:cNvSpPr>
          <p:nvPr>
            <p:ph type="title"/>
          </p:nvPr>
        </p:nvSpPr>
        <p:spPr>
          <a:xfrm>
            <a:off x="435894" y="526617"/>
            <a:ext cx="8272212" cy="760350"/>
          </a:xfrm>
        </p:spPr>
        <p:txBody>
          <a:bodyPr/>
          <a:lstStyle/>
          <a:p>
            <a:r>
              <a:rPr lang="en-US"/>
              <a:t>Click to edit Master title style</a:t>
            </a:r>
            <a:endParaRPr lang="en-US" dirty="0"/>
          </a:p>
        </p:txBody>
      </p:sp>
      <p:sp>
        <p:nvSpPr>
          <p:cNvPr id="3" name="Content Placeholder 2"/>
          <p:cNvSpPr>
            <a:spLocks noGrp="1"/>
          </p:cNvSpPr>
          <p:nvPr>
            <p:ph idx="1"/>
          </p:nvPr>
        </p:nvSpPr>
        <p:spPr>
          <a:xfrm>
            <a:off x="435895" y="1635373"/>
            <a:ext cx="8272211" cy="27587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918725" y="4467103"/>
            <a:ext cx="789381" cy="273844"/>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418525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35863" y="3856481"/>
            <a:ext cx="8468145" cy="944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5" y="2282933"/>
            <a:ext cx="8272211" cy="1123130"/>
          </a:xfrm>
        </p:spPr>
        <p:txBody>
          <a:bodyPr anchor="b">
            <a:normAutofit/>
          </a:bodyPr>
          <a:lstStyle>
            <a:lvl1pPr algn="l">
              <a:defRPr sz="27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435895" y="3406063"/>
            <a:ext cx="8272211" cy="450417"/>
          </a:xfrm>
        </p:spPr>
        <p:txBody>
          <a:bodyPr anchor="t">
            <a:normAutofit/>
          </a:bodyPr>
          <a:lstStyle>
            <a:lvl1pPr marL="0" indent="0" algn="l">
              <a:buNone/>
              <a:defRPr sz="1350" cap="all">
                <a:solidFill>
                  <a:schemeClr val="accent2"/>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6/2/2026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310887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334487" y="454916"/>
            <a:ext cx="8475027" cy="944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5" y="547244"/>
            <a:ext cx="8272212"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35895" y="1671003"/>
            <a:ext cx="4066793"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1313" y="1671003"/>
            <a:ext cx="4066794"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5650257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334487" y="454916"/>
            <a:ext cx="8475027" cy="944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435895" y="547244"/>
            <a:ext cx="8272212"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665415" y="1688169"/>
            <a:ext cx="3815306" cy="402004"/>
          </a:xfrm>
        </p:spPr>
        <p:txBody>
          <a:bodyPr anchor="b">
            <a:noAutofit/>
          </a:bodyPr>
          <a:lstStyle>
            <a:lvl1pPr marL="0" indent="0">
              <a:buNone/>
              <a:defRPr sz="1650" b="0">
                <a:solidFill>
                  <a:schemeClr val="accent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35896" y="2194540"/>
            <a:ext cx="4044825"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92802" y="1688169"/>
            <a:ext cx="3815305" cy="415030"/>
          </a:xfrm>
        </p:spPr>
        <p:txBody>
          <a:bodyPr anchor="b">
            <a:noAutofit/>
          </a:bodyPr>
          <a:lstStyle>
            <a:lvl1pPr marL="0" indent="0">
              <a:buNone/>
              <a:defRPr sz="1650" b="0">
                <a:solidFill>
                  <a:schemeClr val="accent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282" y="2194540"/>
            <a:ext cx="4044825"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3140324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330512" y="454916"/>
            <a:ext cx="8475027" cy="944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431921" y="547244"/>
            <a:ext cx="8272212"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9422837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42421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35863" y="3856480"/>
            <a:ext cx="8473650" cy="9560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4" y="3946722"/>
            <a:ext cx="3682084" cy="517136"/>
          </a:xfrm>
        </p:spPr>
        <p:txBody>
          <a:bodyPr anchor="ctr"/>
          <a:lstStyle>
            <a:lvl1pPr algn="l">
              <a:defRPr sz="15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335862" y="450900"/>
            <a:ext cx="8469630" cy="3153600"/>
          </a:xfrm>
        </p:spPr>
        <p:txBody>
          <a:bodyPr anchor="ctr">
            <a:normAutofit/>
          </a:bodyPr>
          <a:lstStyle>
            <a:lvl1pPr>
              <a:defRPr sz="1500">
                <a:solidFill>
                  <a:schemeClr val="tx2"/>
                </a:solidFill>
              </a:defRPr>
            </a:lvl1pPr>
            <a:lvl2pPr>
              <a:defRPr sz="1350">
                <a:solidFill>
                  <a:schemeClr val="tx2"/>
                </a:solidFill>
              </a:defRPr>
            </a:lvl2pPr>
            <a:lvl3pPr>
              <a:defRPr sz="1200">
                <a:solidFill>
                  <a:schemeClr val="tx2"/>
                </a:solidFill>
              </a:defRPr>
            </a:lvl3pPr>
            <a:lvl4pPr>
              <a:defRPr sz="1050">
                <a:solidFill>
                  <a:schemeClr val="tx2"/>
                </a:solidFill>
              </a:defRPr>
            </a:lvl4pPr>
            <a:lvl5pPr>
              <a:defRPr sz="1050">
                <a:solidFill>
                  <a:schemeClr val="tx2"/>
                </a:solidFill>
              </a:defRPr>
            </a:lvl5pPr>
            <a:lvl6pPr>
              <a:defRPr sz="1050">
                <a:solidFill>
                  <a:schemeClr val="tx2"/>
                </a:solidFill>
              </a:defRPr>
            </a:lvl6pPr>
            <a:lvl7pPr>
              <a:defRPr sz="1050">
                <a:solidFill>
                  <a:schemeClr val="tx2"/>
                </a:solidFill>
              </a:defRPr>
            </a:lvl7pPr>
            <a:lvl8pPr>
              <a:defRPr sz="1050">
                <a:solidFill>
                  <a:schemeClr val="tx2"/>
                </a:solidFill>
              </a:defRPr>
            </a:lvl8pPr>
            <a:lvl9pPr>
              <a:defRPr sz="105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8" y="3946723"/>
            <a:ext cx="4402490" cy="517136"/>
          </a:xfrm>
        </p:spPr>
        <p:txBody>
          <a:bodyPr anchor="ctr">
            <a:normAutofit/>
          </a:bodyPr>
          <a:lstStyle>
            <a:lvl1pPr marL="0" indent="0" algn="r">
              <a:buNone/>
              <a:defRPr sz="825">
                <a:solidFill>
                  <a:schemeClr val="bg1"/>
                </a:solidFill>
              </a:defRPr>
            </a:lvl1pPr>
            <a:lvl2pPr marL="342900" indent="0">
              <a:buNone/>
              <a:defRPr sz="825"/>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6/2/2026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72541802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35895" y="3520042"/>
            <a:ext cx="8272212" cy="425054"/>
          </a:xfrm>
        </p:spPr>
        <p:txBody>
          <a:bodyPr anchor="b">
            <a:normAutofit/>
          </a:bodyPr>
          <a:lstStyle>
            <a:lvl1pPr algn="l">
              <a:defRPr sz="18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35863" y="449794"/>
            <a:ext cx="8468144" cy="266793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435894" y="3945096"/>
            <a:ext cx="8272213" cy="449003"/>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5942607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330214" y="460805"/>
            <a:ext cx="8482004" cy="89197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435894" y="526617"/>
            <a:ext cx="8272212"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2842409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1" y="449794"/>
            <a:ext cx="2180113" cy="436271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1" y="506795"/>
            <a:ext cx="1503123" cy="388730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3" y="506795"/>
            <a:ext cx="5922209" cy="388730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4467103"/>
            <a:ext cx="996106" cy="273844"/>
          </a:xfrm>
        </p:spPr>
        <p:txBody>
          <a:bodyPr/>
          <a:lstStyle>
            <a:lvl1pPr>
              <a:defRPr>
                <a:solidFill>
                  <a:schemeClr val="accent1">
                    <a:lumMod val="75000"/>
                    <a:lumOff val="25000"/>
                  </a:schemeClr>
                </a:solidFill>
              </a:defRPr>
            </a:lvl1pPr>
          </a:lstStyle>
          <a:p>
            <a:fld id="{B61BEF0D-F0BB-DE4B-95CE-6DB70DBA9567}" type="datetimeFigureOut">
              <a:rPr lang="en-US" dirty="0"/>
              <a:pPr/>
              <a:t>6/2/2026</a:t>
            </a:fld>
            <a:endParaRPr lang="en-US" dirty="0"/>
          </a:p>
        </p:txBody>
      </p:sp>
      <p:sp>
        <p:nvSpPr>
          <p:cNvPr id="5" name="Footer Placeholder 4"/>
          <p:cNvSpPr>
            <a:spLocks noGrp="1"/>
          </p:cNvSpPr>
          <p:nvPr>
            <p:ph type="ftr" sz="quarter" idx="11"/>
          </p:nvPr>
        </p:nvSpPr>
        <p:spPr>
          <a:xfrm>
            <a:off x="581193" y="4463859"/>
            <a:ext cx="5922209" cy="273844"/>
          </a:xfrm>
        </p:spPr>
        <p:txBody>
          <a:bodyPr/>
          <a:lstStyle/>
          <a:p>
            <a:endParaRPr lang="en-US" dirty="0"/>
          </a:p>
        </p:txBody>
      </p:sp>
      <p:sp>
        <p:nvSpPr>
          <p:cNvPr id="6" name="Slide Number Placeholder 5"/>
          <p:cNvSpPr>
            <a:spLocks noGrp="1"/>
          </p:cNvSpPr>
          <p:nvPr>
            <p:ph type="sldNum" sz="quarter" idx="12"/>
          </p:nvPr>
        </p:nvSpPr>
        <p:spPr>
          <a:xfrm>
            <a:off x="7834962" y="4467103"/>
            <a:ext cx="873146" cy="273844"/>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1508079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89"/>
        <p:cNvGrpSpPr/>
        <p:nvPr/>
      </p:nvGrpSpPr>
      <p:grpSpPr>
        <a:xfrm>
          <a:off x="0" y="0"/>
          <a:ext cx="0" cy="0"/>
          <a:chOff x="0" y="0"/>
          <a:chExt cx="0" cy="0"/>
        </a:xfrm>
      </p:grpSpPr>
      <p:sp>
        <p:nvSpPr>
          <p:cNvPr id="90" name="Google Shape;90;p14"/>
          <p:cNvSpPr txBox="1">
            <a:spLocks noGrp="1"/>
          </p:cNvSpPr>
          <p:nvPr>
            <p:ph type="subTitle" idx="1"/>
          </p:nvPr>
        </p:nvSpPr>
        <p:spPr>
          <a:xfrm>
            <a:off x="1333692" y="1587926"/>
            <a:ext cx="15057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lt1"/>
              </a:buClr>
              <a:buSzPts val="1800"/>
              <a:buFont typeface="Hammersmith One"/>
              <a:buNone/>
              <a:defRPr>
                <a:solidFill>
                  <a:schemeClr val="lt1"/>
                </a:solidFill>
                <a:latin typeface="Hammersmith One"/>
                <a:ea typeface="Hammersmith One"/>
                <a:cs typeface="Hammersmith One"/>
                <a:sym typeface="Hammersmith One"/>
              </a:defRPr>
            </a:lvl1pPr>
            <a:lvl2pPr lvl="1"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2pPr>
            <a:lvl3pPr lvl="2"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3pPr>
            <a:lvl4pPr lvl="3"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4pPr>
            <a:lvl5pPr lvl="4"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5pPr>
            <a:lvl6pPr lvl="5"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6pPr>
            <a:lvl7pPr lvl="6"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7pPr>
            <a:lvl8pPr lvl="7"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8pPr>
            <a:lvl9pPr lvl="8"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9pPr>
          </a:lstStyle>
          <a:p>
            <a:endParaRPr/>
          </a:p>
        </p:txBody>
      </p:sp>
      <p:sp>
        <p:nvSpPr>
          <p:cNvPr id="91" name="Google Shape;91;p14"/>
          <p:cNvSpPr txBox="1">
            <a:spLocks noGrp="1"/>
          </p:cNvSpPr>
          <p:nvPr>
            <p:ph type="subTitle" idx="2"/>
          </p:nvPr>
        </p:nvSpPr>
        <p:spPr>
          <a:xfrm>
            <a:off x="1211142" y="2023341"/>
            <a:ext cx="1750800" cy="70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92" name="Google Shape;92;p14"/>
          <p:cNvSpPr txBox="1">
            <a:spLocks noGrp="1"/>
          </p:cNvSpPr>
          <p:nvPr>
            <p:ph type="subTitle" idx="3"/>
          </p:nvPr>
        </p:nvSpPr>
        <p:spPr>
          <a:xfrm>
            <a:off x="3801300" y="1587926"/>
            <a:ext cx="15057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lt1"/>
              </a:buClr>
              <a:buSzPts val="1800"/>
              <a:buFont typeface="Hammersmith One"/>
              <a:buNone/>
              <a:defRPr>
                <a:solidFill>
                  <a:schemeClr val="lt1"/>
                </a:solidFill>
                <a:latin typeface="Hammersmith One"/>
                <a:ea typeface="Hammersmith One"/>
                <a:cs typeface="Hammersmith One"/>
                <a:sym typeface="Hammersmith One"/>
              </a:defRPr>
            </a:lvl1pPr>
            <a:lvl2pPr lvl="1"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2pPr>
            <a:lvl3pPr lvl="2"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3pPr>
            <a:lvl4pPr lvl="3"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4pPr>
            <a:lvl5pPr lvl="4"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5pPr>
            <a:lvl6pPr lvl="5"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6pPr>
            <a:lvl7pPr lvl="6"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7pPr>
            <a:lvl8pPr lvl="7"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8pPr>
            <a:lvl9pPr lvl="8"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9pPr>
          </a:lstStyle>
          <a:p>
            <a:endParaRPr/>
          </a:p>
        </p:txBody>
      </p:sp>
      <p:sp>
        <p:nvSpPr>
          <p:cNvPr id="93" name="Google Shape;93;p14"/>
          <p:cNvSpPr txBox="1">
            <a:spLocks noGrp="1"/>
          </p:cNvSpPr>
          <p:nvPr>
            <p:ph type="subTitle" idx="4"/>
          </p:nvPr>
        </p:nvSpPr>
        <p:spPr>
          <a:xfrm>
            <a:off x="3678750" y="2020364"/>
            <a:ext cx="1750800" cy="70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94" name="Google Shape;94;p14"/>
          <p:cNvSpPr txBox="1">
            <a:spLocks noGrp="1"/>
          </p:cNvSpPr>
          <p:nvPr>
            <p:ph type="subTitle" idx="5"/>
          </p:nvPr>
        </p:nvSpPr>
        <p:spPr>
          <a:xfrm>
            <a:off x="6299200" y="1587926"/>
            <a:ext cx="15057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lt1"/>
              </a:buClr>
              <a:buSzPts val="1800"/>
              <a:buFont typeface="Hammersmith One"/>
              <a:buNone/>
              <a:defRPr>
                <a:solidFill>
                  <a:schemeClr val="lt1"/>
                </a:solidFill>
                <a:latin typeface="Hammersmith One"/>
                <a:ea typeface="Hammersmith One"/>
                <a:cs typeface="Hammersmith One"/>
                <a:sym typeface="Hammersmith One"/>
              </a:defRPr>
            </a:lvl1pPr>
            <a:lvl2pPr lvl="1"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2pPr>
            <a:lvl3pPr lvl="2"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3pPr>
            <a:lvl4pPr lvl="3"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4pPr>
            <a:lvl5pPr lvl="4"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5pPr>
            <a:lvl6pPr lvl="5"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6pPr>
            <a:lvl7pPr lvl="6"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7pPr>
            <a:lvl8pPr lvl="7"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8pPr>
            <a:lvl9pPr lvl="8"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9pPr>
          </a:lstStyle>
          <a:p>
            <a:endParaRPr/>
          </a:p>
        </p:txBody>
      </p:sp>
      <p:sp>
        <p:nvSpPr>
          <p:cNvPr id="95" name="Google Shape;95;p14"/>
          <p:cNvSpPr txBox="1">
            <a:spLocks noGrp="1"/>
          </p:cNvSpPr>
          <p:nvPr>
            <p:ph type="subTitle" idx="6"/>
          </p:nvPr>
        </p:nvSpPr>
        <p:spPr>
          <a:xfrm>
            <a:off x="6176650" y="2023341"/>
            <a:ext cx="1750800" cy="70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96" name="Google Shape;96;p14"/>
          <p:cNvSpPr txBox="1">
            <a:spLocks noGrp="1"/>
          </p:cNvSpPr>
          <p:nvPr>
            <p:ph type="subTitle" idx="7"/>
          </p:nvPr>
        </p:nvSpPr>
        <p:spPr>
          <a:xfrm>
            <a:off x="1333692" y="3398857"/>
            <a:ext cx="1505700" cy="551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lt1"/>
              </a:buClr>
              <a:buSzPts val="1800"/>
              <a:buFont typeface="Hammersmith One"/>
              <a:buNone/>
              <a:defRPr>
                <a:solidFill>
                  <a:schemeClr val="lt1"/>
                </a:solidFill>
                <a:latin typeface="Hammersmith One"/>
                <a:ea typeface="Hammersmith One"/>
                <a:cs typeface="Hammersmith One"/>
                <a:sym typeface="Hammersmith One"/>
              </a:defRPr>
            </a:lvl1pPr>
            <a:lvl2pPr lvl="1"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2pPr>
            <a:lvl3pPr lvl="2"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3pPr>
            <a:lvl4pPr lvl="3"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4pPr>
            <a:lvl5pPr lvl="4"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5pPr>
            <a:lvl6pPr lvl="5"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6pPr>
            <a:lvl7pPr lvl="6"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7pPr>
            <a:lvl8pPr lvl="7"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8pPr>
            <a:lvl9pPr lvl="8"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9pPr>
          </a:lstStyle>
          <a:p>
            <a:endParaRPr/>
          </a:p>
        </p:txBody>
      </p:sp>
      <p:sp>
        <p:nvSpPr>
          <p:cNvPr id="97" name="Google Shape;97;p14"/>
          <p:cNvSpPr txBox="1">
            <a:spLocks noGrp="1"/>
          </p:cNvSpPr>
          <p:nvPr>
            <p:ph type="subTitle" idx="8"/>
          </p:nvPr>
        </p:nvSpPr>
        <p:spPr>
          <a:xfrm>
            <a:off x="1211142" y="3814269"/>
            <a:ext cx="1750800" cy="70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98" name="Google Shape;98;p14"/>
          <p:cNvSpPr txBox="1">
            <a:spLocks noGrp="1"/>
          </p:cNvSpPr>
          <p:nvPr>
            <p:ph type="subTitle" idx="9"/>
          </p:nvPr>
        </p:nvSpPr>
        <p:spPr>
          <a:xfrm>
            <a:off x="3801300" y="3398857"/>
            <a:ext cx="1505700" cy="551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lt1"/>
              </a:buClr>
              <a:buSzPts val="1800"/>
              <a:buFont typeface="Hammersmith One"/>
              <a:buNone/>
              <a:defRPr>
                <a:solidFill>
                  <a:schemeClr val="lt1"/>
                </a:solidFill>
                <a:latin typeface="Hammersmith One"/>
                <a:ea typeface="Hammersmith One"/>
                <a:cs typeface="Hammersmith One"/>
                <a:sym typeface="Hammersmith One"/>
              </a:defRPr>
            </a:lvl1pPr>
            <a:lvl2pPr lvl="1"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2pPr>
            <a:lvl3pPr lvl="2"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3pPr>
            <a:lvl4pPr lvl="3"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4pPr>
            <a:lvl5pPr lvl="4"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5pPr>
            <a:lvl6pPr lvl="5"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6pPr>
            <a:lvl7pPr lvl="6"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7pPr>
            <a:lvl8pPr lvl="7"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8pPr>
            <a:lvl9pPr lvl="8"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9pPr>
          </a:lstStyle>
          <a:p>
            <a:endParaRPr/>
          </a:p>
        </p:txBody>
      </p:sp>
      <p:sp>
        <p:nvSpPr>
          <p:cNvPr id="99" name="Google Shape;99;p14"/>
          <p:cNvSpPr txBox="1">
            <a:spLocks noGrp="1"/>
          </p:cNvSpPr>
          <p:nvPr>
            <p:ph type="subTitle" idx="13"/>
          </p:nvPr>
        </p:nvSpPr>
        <p:spPr>
          <a:xfrm>
            <a:off x="3678750" y="3802958"/>
            <a:ext cx="1750800" cy="70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100" name="Google Shape;100;p14"/>
          <p:cNvSpPr txBox="1">
            <a:spLocks noGrp="1"/>
          </p:cNvSpPr>
          <p:nvPr>
            <p:ph type="subTitle" idx="14"/>
          </p:nvPr>
        </p:nvSpPr>
        <p:spPr>
          <a:xfrm>
            <a:off x="6299200" y="3398857"/>
            <a:ext cx="1505700" cy="551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lt1"/>
              </a:buClr>
              <a:buSzPts val="1800"/>
              <a:buFont typeface="Hammersmith One"/>
              <a:buNone/>
              <a:defRPr>
                <a:solidFill>
                  <a:schemeClr val="lt1"/>
                </a:solidFill>
                <a:latin typeface="Hammersmith One"/>
                <a:ea typeface="Hammersmith One"/>
                <a:cs typeface="Hammersmith One"/>
                <a:sym typeface="Hammersmith One"/>
              </a:defRPr>
            </a:lvl1pPr>
            <a:lvl2pPr lvl="1"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2pPr>
            <a:lvl3pPr lvl="2"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3pPr>
            <a:lvl4pPr lvl="3"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4pPr>
            <a:lvl5pPr lvl="4"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5pPr>
            <a:lvl6pPr lvl="5"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6pPr>
            <a:lvl7pPr lvl="6"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7pPr>
            <a:lvl8pPr lvl="7"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8pPr>
            <a:lvl9pPr lvl="8"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9pPr>
          </a:lstStyle>
          <a:p>
            <a:endParaRPr/>
          </a:p>
        </p:txBody>
      </p:sp>
      <p:sp>
        <p:nvSpPr>
          <p:cNvPr id="101" name="Google Shape;101;p14"/>
          <p:cNvSpPr txBox="1">
            <a:spLocks noGrp="1"/>
          </p:cNvSpPr>
          <p:nvPr>
            <p:ph type="subTitle" idx="15"/>
          </p:nvPr>
        </p:nvSpPr>
        <p:spPr>
          <a:xfrm>
            <a:off x="6176650" y="3796409"/>
            <a:ext cx="1750800" cy="70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102" name="Google Shape;102;p14"/>
          <p:cNvSpPr txBox="1">
            <a:spLocks noGrp="1"/>
          </p:cNvSpPr>
          <p:nvPr>
            <p:ph type="title" hasCustomPrompt="1"/>
          </p:nvPr>
        </p:nvSpPr>
        <p:spPr>
          <a:xfrm>
            <a:off x="1531692" y="1196909"/>
            <a:ext cx="1109700" cy="371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3"/>
              </a:buClr>
              <a:buSzPts val="2000"/>
              <a:buNone/>
              <a:defRPr sz="2000">
                <a:solidFill>
                  <a:schemeClr val="accent3"/>
                </a:solidFill>
              </a:defRPr>
            </a:lvl1pPr>
            <a:lvl2pPr lvl="1" algn="ctr" rtl="0">
              <a:spcBef>
                <a:spcPts val="0"/>
              </a:spcBef>
              <a:spcAft>
                <a:spcPts val="0"/>
              </a:spcAft>
              <a:buClr>
                <a:schemeClr val="accent3"/>
              </a:buClr>
              <a:buSzPts val="2000"/>
              <a:buNone/>
              <a:defRPr sz="2000">
                <a:solidFill>
                  <a:schemeClr val="accent3"/>
                </a:solidFill>
              </a:defRPr>
            </a:lvl2pPr>
            <a:lvl3pPr lvl="2" algn="ctr" rtl="0">
              <a:spcBef>
                <a:spcPts val="0"/>
              </a:spcBef>
              <a:spcAft>
                <a:spcPts val="0"/>
              </a:spcAft>
              <a:buClr>
                <a:schemeClr val="accent3"/>
              </a:buClr>
              <a:buSzPts val="2000"/>
              <a:buNone/>
              <a:defRPr sz="2000">
                <a:solidFill>
                  <a:schemeClr val="accent3"/>
                </a:solidFill>
              </a:defRPr>
            </a:lvl3pPr>
            <a:lvl4pPr lvl="3" algn="ctr" rtl="0">
              <a:spcBef>
                <a:spcPts val="0"/>
              </a:spcBef>
              <a:spcAft>
                <a:spcPts val="0"/>
              </a:spcAft>
              <a:buClr>
                <a:schemeClr val="accent3"/>
              </a:buClr>
              <a:buSzPts val="2000"/>
              <a:buNone/>
              <a:defRPr sz="2000">
                <a:solidFill>
                  <a:schemeClr val="accent3"/>
                </a:solidFill>
              </a:defRPr>
            </a:lvl4pPr>
            <a:lvl5pPr lvl="4" algn="ctr" rtl="0">
              <a:spcBef>
                <a:spcPts val="0"/>
              </a:spcBef>
              <a:spcAft>
                <a:spcPts val="0"/>
              </a:spcAft>
              <a:buClr>
                <a:schemeClr val="accent3"/>
              </a:buClr>
              <a:buSzPts val="2000"/>
              <a:buNone/>
              <a:defRPr sz="2000">
                <a:solidFill>
                  <a:schemeClr val="accent3"/>
                </a:solidFill>
              </a:defRPr>
            </a:lvl5pPr>
            <a:lvl6pPr lvl="5" algn="ctr" rtl="0">
              <a:spcBef>
                <a:spcPts val="0"/>
              </a:spcBef>
              <a:spcAft>
                <a:spcPts val="0"/>
              </a:spcAft>
              <a:buClr>
                <a:schemeClr val="accent3"/>
              </a:buClr>
              <a:buSzPts val="2000"/>
              <a:buNone/>
              <a:defRPr sz="2000">
                <a:solidFill>
                  <a:schemeClr val="accent3"/>
                </a:solidFill>
              </a:defRPr>
            </a:lvl6pPr>
            <a:lvl7pPr lvl="6" algn="ctr" rtl="0">
              <a:spcBef>
                <a:spcPts val="0"/>
              </a:spcBef>
              <a:spcAft>
                <a:spcPts val="0"/>
              </a:spcAft>
              <a:buClr>
                <a:schemeClr val="accent3"/>
              </a:buClr>
              <a:buSzPts val="2000"/>
              <a:buNone/>
              <a:defRPr sz="2000">
                <a:solidFill>
                  <a:schemeClr val="accent3"/>
                </a:solidFill>
              </a:defRPr>
            </a:lvl7pPr>
            <a:lvl8pPr lvl="7" algn="ctr" rtl="0">
              <a:spcBef>
                <a:spcPts val="0"/>
              </a:spcBef>
              <a:spcAft>
                <a:spcPts val="0"/>
              </a:spcAft>
              <a:buClr>
                <a:schemeClr val="accent3"/>
              </a:buClr>
              <a:buSzPts val="2000"/>
              <a:buNone/>
              <a:defRPr sz="2000">
                <a:solidFill>
                  <a:schemeClr val="accent3"/>
                </a:solidFill>
              </a:defRPr>
            </a:lvl8pPr>
            <a:lvl9pPr lvl="8" algn="ctr" rtl="0">
              <a:spcBef>
                <a:spcPts val="0"/>
              </a:spcBef>
              <a:spcAft>
                <a:spcPts val="0"/>
              </a:spcAft>
              <a:buClr>
                <a:schemeClr val="accent3"/>
              </a:buClr>
              <a:buSzPts val="2000"/>
              <a:buNone/>
              <a:defRPr sz="2000">
                <a:solidFill>
                  <a:schemeClr val="accent3"/>
                </a:solidFill>
              </a:defRPr>
            </a:lvl9pPr>
          </a:lstStyle>
          <a:p>
            <a:r>
              <a:t>xx%</a:t>
            </a:r>
          </a:p>
        </p:txBody>
      </p:sp>
      <p:sp>
        <p:nvSpPr>
          <p:cNvPr id="103" name="Google Shape;103;p14"/>
          <p:cNvSpPr txBox="1">
            <a:spLocks noGrp="1"/>
          </p:cNvSpPr>
          <p:nvPr>
            <p:ph type="title" idx="16" hasCustomPrompt="1"/>
          </p:nvPr>
        </p:nvSpPr>
        <p:spPr>
          <a:xfrm>
            <a:off x="3999300" y="1196909"/>
            <a:ext cx="1109700" cy="371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3"/>
              </a:buClr>
              <a:buSzPts val="2000"/>
              <a:buNone/>
              <a:defRPr sz="2000">
                <a:solidFill>
                  <a:schemeClr val="accent3"/>
                </a:solidFill>
              </a:defRPr>
            </a:lvl1pPr>
            <a:lvl2pPr lvl="1" algn="ctr" rtl="0">
              <a:spcBef>
                <a:spcPts val="0"/>
              </a:spcBef>
              <a:spcAft>
                <a:spcPts val="0"/>
              </a:spcAft>
              <a:buClr>
                <a:schemeClr val="accent3"/>
              </a:buClr>
              <a:buSzPts val="2000"/>
              <a:buNone/>
              <a:defRPr sz="2000">
                <a:solidFill>
                  <a:schemeClr val="accent3"/>
                </a:solidFill>
              </a:defRPr>
            </a:lvl2pPr>
            <a:lvl3pPr lvl="2" algn="ctr" rtl="0">
              <a:spcBef>
                <a:spcPts val="0"/>
              </a:spcBef>
              <a:spcAft>
                <a:spcPts val="0"/>
              </a:spcAft>
              <a:buClr>
                <a:schemeClr val="accent3"/>
              </a:buClr>
              <a:buSzPts val="2000"/>
              <a:buNone/>
              <a:defRPr sz="2000">
                <a:solidFill>
                  <a:schemeClr val="accent3"/>
                </a:solidFill>
              </a:defRPr>
            </a:lvl3pPr>
            <a:lvl4pPr lvl="3" algn="ctr" rtl="0">
              <a:spcBef>
                <a:spcPts val="0"/>
              </a:spcBef>
              <a:spcAft>
                <a:spcPts val="0"/>
              </a:spcAft>
              <a:buClr>
                <a:schemeClr val="accent3"/>
              </a:buClr>
              <a:buSzPts val="2000"/>
              <a:buNone/>
              <a:defRPr sz="2000">
                <a:solidFill>
                  <a:schemeClr val="accent3"/>
                </a:solidFill>
              </a:defRPr>
            </a:lvl4pPr>
            <a:lvl5pPr lvl="4" algn="ctr" rtl="0">
              <a:spcBef>
                <a:spcPts val="0"/>
              </a:spcBef>
              <a:spcAft>
                <a:spcPts val="0"/>
              </a:spcAft>
              <a:buClr>
                <a:schemeClr val="accent3"/>
              </a:buClr>
              <a:buSzPts val="2000"/>
              <a:buNone/>
              <a:defRPr sz="2000">
                <a:solidFill>
                  <a:schemeClr val="accent3"/>
                </a:solidFill>
              </a:defRPr>
            </a:lvl5pPr>
            <a:lvl6pPr lvl="5" algn="ctr" rtl="0">
              <a:spcBef>
                <a:spcPts val="0"/>
              </a:spcBef>
              <a:spcAft>
                <a:spcPts val="0"/>
              </a:spcAft>
              <a:buClr>
                <a:schemeClr val="accent3"/>
              </a:buClr>
              <a:buSzPts val="2000"/>
              <a:buNone/>
              <a:defRPr sz="2000">
                <a:solidFill>
                  <a:schemeClr val="accent3"/>
                </a:solidFill>
              </a:defRPr>
            </a:lvl6pPr>
            <a:lvl7pPr lvl="6" algn="ctr" rtl="0">
              <a:spcBef>
                <a:spcPts val="0"/>
              </a:spcBef>
              <a:spcAft>
                <a:spcPts val="0"/>
              </a:spcAft>
              <a:buClr>
                <a:schemeClr val="accent3"/>
              </a:buClr>
              <a:buSzPts val="2000"/>
              <a:buNone/>
              <a:defRPr sz="2000">
                <a:solidFill>
                  <a:schemeClr val="accent3"/>
                </a:solidFill>
              </a:defRPr>
            </a:lvl7pPr>
            <a:lvl8pPr lvl="7" algn="ctr" rtl="0">
              <a:spcBef>
                <a:spcPts val="0"/>
              </a:spcBef>
              <a:spcAft>
                <a:spcPts val="0"/>
              </a:spcAft>
              <a:buClr>
                <a:schemeClr val="accent3"/>
              </a:buClr>
              <a:buSzPts val="2000"/>
              <a:buNone/>
              <a:defRPr sz="2000">
                <a:solidFill>
                  <a:schemeClr val="accent3"/>
                </a:solidFill>
              </a:defRPr>
            </a:lvl8pPr>
            <a:lvl9pPr lvl="8" algn="ctr" rtl="0">
              <a:spcBef>
                <a:spcPts val="0"/>
              </a:spcBef>
              <a:spcAft>
                <a:spcPts val="0"/>
              </a:spcAft>
              <a:buClr>
                <a:schemeClr val="accent3"/>
              </a:buClr>
              <a:buSzPts val="2000"/>
              <a:buNone/>
              <a:defRPr sz="2000">
                <a:solidFill>
                  <a:schemeClr val="accent3"/>
                </a:solidFill>
              </a:defRPr>
            </a:lvl9pPr>
          </a:lstStyle>
          <a:p>
            <a:r>
              <a:t>xx%</a:t>
            </a:r>
          </a:p>
        </p:txBody>
      </p:sp>
      <p:sp>
        <p:nvSpPr>
          <p:cNvPr id="104" name="Google Shape;104;p14"/>
          <p:cNvSpPr txBox="1">
            <a:spLocks noGrp="1"/>
          </p:cNvSpPr>
          <p:nvPr>
            <p:ph type="title" idx="17" hasCustomPrompt="1"/>
          </p:nvPr>
        </p:nvSpPr>
        <p:spPr>
          <a:xfrm>
            <a:off x="6497200" y="1196909"/>
            <a:ext cx="1109700" cy="371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3"/>
              </a:buClr>
              <a:buSzPts val="2000"/>
              <a:buNone/>
              <a:defRPr sz="2000">
                <a:solidFill>
                  <a:schemeClr val="accent3"/>
                </a:solidFill>
              </a:defRPr>
            </a:lvl1pPr>
            <a:lvl2pPr lvl="1" algn="ctr" rtl="0">
              <a:spcBef>
                <a:spcPts val="0"/>
              </a:spcBef>
              <a:spcAft>
                <a:spcPts val="0"/>
              </a:spcAft>
              <a:buClr>
                <a:schemeClr val="accent3"/>
              </a:buClr>
              <a:buSzPts val="2000"/>
              <a:buNone/>
              <a:defRPr sz="2000">
                <a:solidFill>
                  <a:schemeClr val="accent3"/>
                </a:solidFill>
              </a:defRPr>
            </a:lvl2pPr>
            <a:lvl3pPr lvl="2" algn="ctr" rtl="0">
              <a:spcBef>
                <a:spcPts val="0"/>
              </a:spcBef>
              <a:spcAft>
                <a:spcPts val="0"/>
              </a:spcAft>
              <a:buClr>
                <a:schemeClr val="accent3"/>
              </a:buClr>
              <a:buSzPts val="2000"/>
              <a:buNone/>
              <a:defRPr sz="2000">
                <a:solidFill>
                  <a:schemeClr val="accent3"/>
                </a:solidFill>
              </a:defRPr>
            </a:lvl3pPr>
            <a:lvl4pPr lvl="3" algn="ctr" rtl="0">
              <a:spcBef>
                <a:spcPts val="0"/>
              </a:spcBef>
              <a:spcAft>
                <a:spcPts val="0"/>
              </a:spcAft>
              <a:buClr>
                <a:schemeClr val="accent3"/>
              </a:buClr>
              <a:buSzPts val="2000"/>
              <a:buNone/>
              <a:defRPr sz="2000">
                <a:solidFill>
                  <a:schemeClr val="accent3"/>
                </a:solidFill>
              </a:defRPr>
            </a:lvl4pPr>
            <a:lvl5pPr lvl="4" algn="ctr" rtl="0">
              <a:spcBef>
                <a:spcPts val="0"/>
              </a:spcBef>
              <a:spcAft>
                <a:spcPts val="0"/>
              </a:spcAft>
              <a:buClr>
                <a:schemeClr val="accent3"/>
              </a:buClr>
              <a:buSzPts val="2000"/>
              <a:buNone/>
              <a:defRPr sz="2000">
                <a:solidFill>
                  <a:schemeClr val="accent3"/>
                </a:solidFill>
              </a:defRPr>
            </a:lvl5pPr>
            <a:lvl6pPr lvl="5" algn="ctr" rtl="0">
              <a:spcBef>
                <a:spcPts val="0"/>
              </a:spcBef>
              <a:spcAft>
                <a:spcPts val="0"/>
              </a:spcAft>
              <a:buClr>
                <a:schemeClr val="accent3"/>
              </a:buClr>
              <a:buSzPts val="2000"/>
              <a:buNone/>
              <a:defRPr sz="2000">
                <a:solidFill>
                  <a:schemeClr val="accent3"/>
                </a:solidFill>
              </a:defRPr>
            </a:lvl6pPr>
            <a:lvl7pPr lvl="6" algn="ctr" rtl="0">
              <a:spcBef>
                <a:spcPts val="0"/>
              </a:spcBef>
              <a:spcAft>
                <a:spcPts val="0"/>
              </a:spcAft>
              <a:buClr>
                <a:schemeClr val="accent3"/>
              </a:buClr>
              <a:buSzPts val="2000"/>
              <a:buNone/>
              <a:defRPr sz="2000">
                <a:solidFill>
                  <a:schemeClr val="accent3"/>
                </a:solidFill>
              </a:defRPr>
            </a:lvl7pPr>
            <a:lvl8pPr lvl="7" algn="ctr" rtl="0">
              <a:spcBef>
                <a:spcPts val="0"/>
              </a:spcBef>
              <a:spcAft>
                <a:spcPts val="0"/>
              </a:spcAft>
              <a:buClr>
                <a:schemeClr val="accent3"/>
              </a:buClr>
              <a:buSzPts val="2000"/>
              <a:buNone/>
              <a:defRPr sz="2000">
                <a:solidFill>
                  <a:schemeClr val="accent3"/>
                </a:solidFill>
              </a:defRPr>
            </a:lvl8pPr>
            <a:lvl9pPr lvl="8" algn="ctr" rtl="0">
              <a:spcBef>
                <a:spcPts val="0"/>
              </a:spcBef>
              <a:spcAft>
                <a:spcPts val="0"/>
              </a:spcAft>
              <a:buClr>
                <a:schemeClr val="accent3"/>
              </a:buClr>
              <a:buSzPts val="2000"/>
              <a:buNone/>
              <a:defRPr sz="2000">
                <a:solidFill>
                  <a:schemeClr val="accent3"/>
                </a:solidFill>
              </a:defRPr>
            </a:lvl9pPr>
          </a:lstStyle>
          <a:p>
            <a:r>
              <a:t>xx%</a:t>
            </a:r>
          </a:p>
        </p:txBody>
      </p:sp>
      <p:sp>
        <p:nvSpPr>
          <p:cNvPr id="105" name="Google Shape;105;p14"/>
          <p:cNvSpPr txBox="1">
            <a:spLocks noGrp="1"/>
          </p:cNvSpPr>
          <p:nvPr>
            <p:ph type="title" idx="18" hasCustomPrompt="1"/>
          </p:nvPr>
        </p:nvSpPr>
        <p:spPr>
          <a:xfrm>
            <a:off x="1531692" y="2987613"/>
            <a:ext cx="1109700" cy="371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3"/>
              </a:buClr>
              <a:buSzPts val="2000"/>
              <a:buNone/>
              <a:defRPr sz="2000">
                <a:solidFill>
                  <a:schemeClr val="accent3"/>
                </a:solidFill>
              </a:defRPr>
            </a:lvl1pPr>
            <a:lvl2pPr lvl="1" algn="ctr" rtl="0">
              <a:spcBef>
                <a:spcPts val="0"/>
              </a:spcBef>
              <a:spcAft>
                <a:spcPts val="0"/>
              </a:spcAft>
              <a:buClr>
                <a:schemeClr val="accent3"/>
              </a:buClr>
              <a:buSzPts val="2000"/>
              <a:buNone/>
              <a:defRPr sz="2000">
                <a:solidFill>
                  <a:schemeClr val="accent3"/>
                </a:solidFill>
              </a:defRPr>
            </a:lvl2pPr>
            <a:lvl3pPr lvl="2" algn="ctr" rtl="0">
              <a:spcBef>
                <a:spcPts val="0"/>
              </a:spcBef>
              <a:spcAft>
                <a:spcPts val="0"/>
              </a:spcAft>
              <a:buClr>
                <a:schemeClr val="accent3"/>
              </a:buClr>
              <a:buSzPts val="2000"/>
              <a:buNone/>
              <a:defRPr sz="2000">
                <a:solidFill>
                  <a:schemeClr val="accent3"/>
                </a:solidFill>
              </a:defRPr>
            </a:lvl3pPr>
            <a:lvl4pPr lvl="3" algn="ctr" rtl="0">
              <a:spcBef>
                <a:spcPts val="0"/>
              </a:spcBef>
              <a:spcAft>
                <a:spcPts val="0"/>
              </a:spcAft>
              <a:buClr>
                <a:schemeClr val="accent3"/>
              </a:buClr>
              <a:buSzPts val="2000"/>
              <a:buNone/>
              <a:defRPr sz="2000">
                <a:solidFill>
                  <a:schemeClr val="accent3"/>
                </a:solidFill>
              </a:defRPr>
            </a:lvl4pPr>
            <a:lvl5pPr lvl="4" algn="ctr" rtl="0">
              <a:spcBef>
                <a:spcPts val="0"/>
              </a:spcBef>
              <a:spcAft>
                <a:spcPts val="0"/>
              </a:spcAft>
              <a:buClr>
                <a:schemeClr val="accent3"/>
              </a:buClr>
              <a:buSzPts val="2000"/>
              <a:buNone/>
              <a:defRPr sz="2000">
                <a:solidFill>
                  <a:schemeClr val="accent3"/>
                </a:solidFill>
              </a:defRPr>
            </a:lvl5pPr>
            <a:lvl6pPr lvl="5" algn="ctr" rtl="0">
              <a:spcBef>
                <a:spcPts val="0"/>
              </a:spcBef>
              <a:spcAft>
                <a:spcPts val="0"/>
              </a:spcAft>
              <a:buClr>
                <a:schemeClr val="accent3"/>
              </a:buClr>
              <a:buSzPts val="2000"/>
              <a:buNone/>
              <a:defRPr sz="2000">
                <a:solidFill>
                  <a:schemeClr val="accent3"/>
                </a:solidFill>
              </a:defRPr>
            </a:lvl6pPr>
            <a:lvl7pPr lvl="6" algn="ctr" rtl="0">
              <a:spcBef>
                <a:spcPts val="0"/>
              </a:spcBef>
              <a:spcAft>
                <a:spcPts val="0"/>
              </a:spcAft>
              <a:buClr>
                <a:schemeClr val="accent3"/>
              </a:buClr>
              <a:buSzPts val="2000"/>
              <a:buNone/>
              <a:defRPr sz="2000">
                <a:solidFill>
                  <a:schemeClr val="accent3"/>
                </a:solidFill>
              </a:defRPr>
            </a:lvl7pPr>
            <a:lvl8pPr lvl="7" algn="ctr" rtl="0">
              <a:spcBef>
                <a:spcPts val="0"/>
              </a:spcBef>
              <a:spcAft>
                <a:spcPts val="0"/>
              </a:spcAft>
              <a:buClr>
                <a:schemeClr val="accent3"/>
              </a:buClr>
              <a:buSzPts val="2000"/>
              <a:buNone/>
              <a:defRPr sz="2000">
                <a:solidFill>
                  <a:schemeClr val="accent3"/>
                </a:solidFill>
              </a:defRPr>
            </a:lvl8pPr>
            <a:lvl9pPr lvl="8" algn="ctr" rtl="0">
              <a:spcBef>
                <a:spcPts val="0"/>
              </a:spcBef>
              <a:spcAft>
                <a:spcPts val="0"/>
              </a:spcAft>
              <a:buClr>
                <a:schemeClr val="accent3"/>
              </a:buClr>
              <a:buSzPts val="2000"/>
              <a:buNone/>
              <a:defRPr sz="2000">
                <a:solidFill>
                  <a:schemeClr val="accent3"/>
                </a:solidFill>
              </a:defRPr>
            </a:lvl9pPr>
          </a:lstStyle>
          <a:p>
            <a:r>
              <a:t>xx%</a:t>
            </a:r>
          </a:p>
        </p:txBody>
      </p:sp>
      <p:sp>
        <p:nvSpPr>
          <p:cNvPr id="106" name="Google Shape;106;p14"/>
          <p:cNvSpPr txBox="1">
            <a:spLocks noGrp="1"/>
          </p:cNvSpPr>
          <p:nvPr>
            <p:ph type="title" idx="19" hasCustomPrompt="1"/>
          </p:nvPr>
        </p:nvSpPr>
        <p:spPr>
          <a:xfrm>
            <a:off x="3999300" y="2987613"/>
            <a:ext cx="1109700" cy="371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3"/>
              </a:buClr>
              <a:buSzPts val="2000"/>
              <a:buNone/>
              <a:defRPr sz="2000">
                <a:solidFill>
                  <a:schemeClr val="accent3"/>
                </a:solidFill>
              </a:defRPr>
            </a:lvl1pPr>
            <a:lvl2pPr lvl="1" algn="ctr" rtl="0">
              <a:spcBef>
                <a:spcPts val="0"/>
              </a:spcBef>
              <a:spcAft>
                <a:spcPts val="0"/>
              </a:spcAft>
              <a:buClr>
                <a:schemeClr val="accent3"/>
              </a:buClr>
              <a:buSzPts val="2000"/>
              <a:buNone/>
              <a:defRPr sz="2000">
                <a:solidFill>
                  <a:schemeClr val="accent3"/>
                </a:solidFill>
              </a:defRPr>
            </a:lvl2pPr>
            <a:lvl3pPr lvl="2" algn="ctr" rtl="0">
              <a:spcBef>
                <a:spcPts val="0"/>
              </a:spcBef>
              <a:spcAft>
                <a:spcPts val="0"/>
              </a:spcAft>
              <a:buClr>
                <a:schemeClr val="accent3"/>
              </a:buClr>
              <a:buSzPts val="2000"/>
              <a:buNone/>
              <a:defRPr sz="2000">
                <a:solidFill>
                  <a:schemeClr val="accent3"/>
                </a:solidFill>
              </a:defRPr>
            </a:lvl3pPr>
            <a:lvl4pPr lvl="3" algn="ctr" rtl="0">
              <a:spcBef>
                <a:spcPts val="0"/>
              </a:spcBef>
              <a:spcAft>
                <a:spcPts val="0"/>
              </a:spcAft>
              <a:buClr>
                <a:schemeClr val="accent3"/>
              </a:buClr>
              <a:buSzPts val="2000"/>
              <a:buNone/>
              <a:defRPr sz="2000">
                <a:solidFill>
                  <a:schemeClr val="accent3"/>
                </a:solidFill>
              </a:defRPr>
            </a:lvl4pPr>
            <a:lvl5pPr lvl="4" algn="ctr" rtl="0">
              <a:spcBef>
                <a:spcPts val="0"/>
              </a:spcBef>
              <a:spcAft>
                <a:spcPts val="0"/>
              </a:spcAft>
              <a:buClr>
                <a:schemeClr val="accent3"/>
              </a:buClr>
              <a:buSzPts val="2000"/>
              <a:buNone/>
              <a:defRPr sz="2000">
                <a:solidFill>
                  <a:schemeClr val="accent3"/>
                </a:solidFill>
              </a:defRPr>
            </a:lvl5pPr>
            <a:lvl6pPr lvl="5" algn="ctr" rtl="0">
              <a:spcBef>
                <a:spcPts val="0"/>
              </a:spcBef>
              <a:spcAft>
                <a:spcPts val="0"/>
              </a:spcAft>
              <a:buClr>
                <a:schemeClr val="accent3"/>
              </a:buClr>
              <a:buSzPts val="2000"/>
              <a:buNone/>
              <a:defRPr sz="2000">
                <a:solidFill>
                  <a:schemeClr val="accent3"/>
                </a:solidFill>
              </a:defRPr>
            </a:lvl6pPr>
            <a:lvl7pPr lvl="6" algn="ctr" rtl="0">
              <a:spcBef>
                <a:spcPts val="0"/>
              </a:spcBef>
              <a:spcAft>
                <a:spcPts val="0"/>
              </a:spcAft>
              <a:buClr>
                <a:schemeClr val="accent3"/>
              </a:buClr>
              <a:buSzPts val="2000"/>
              <a:buNone/>
              <a:defRPr sz="2000">
                <a:solidFill>
                  <a:schemeClr val="accent3"/>
                </a:solidFill>
              </a:defRPr>
            </a:lvl7pPr>
            <a:lvl8pPr lvl="7" algn="ctr" rtl="0">
              <a:spcBef>
                <a:spcPts val="0"/>
              </a:spcBef>
              <a:spcAft>
                <a:spcPts val="0"/>
              </a:spcAft>
              <a:buClr>
                <a:schemeClr val="accent3"/>
              </a:buClr>
              <a:buSzPts val="2000"/>
              <a:buNone/>
              <a:defRPr sz="2000">
                <a:solidFill>
                  <a:schemeClr val="accent3"/>
                </a:solidFill>
              </a:defRPr>
            </a:lvl8pPr>
            <a:lvl9pPr lvl="8" algn="ctr" rtl="0">
              <a:spcBef>
                <a:spcPts val="0"/>
              </a:spcBef>
              <a:spcAft>
                <a:spcPts val="0"/>
              </a:spcAft>
              <a:buClr>
                <a:schemeClr val="accent3"/>
              </a:buClr>
              <a:buSzPts val="2000"/>
              <a:buNone/>
              <a:defRPr sz="2000">
                <a:solidFill>
                  <a:schemeClr val="accent3"/>
                </a:solidFill>
              </a:defRPr>
            </a:lvl9pPr>
          </a:lstStyle>
          <a:p>
            <a:r>
              <a:t>xx%</a:t>
            </a:r>
          </a:p>
        </p:txBody>
      </p:sp>
      <p:sp>
        <p:nvSpPr>
          <p:cNvPr id="107" name="Google Shape;107;p14"/>
          <p:cNvSpPr txBox="1">
            <a:spLocks noGrp="1"/>
          </p:cNvSpPr>
          <p:nvPr>
            <p:ph type="title" idx="20" hasCustomPrompt="1"/>
          </p:nvPr>
        </p:nvSpPr>
        <p:spPr>
          <a:xfrm>
            <a:off x="6497200" y="2987613"/>
            <a:ext cx="1109700" cy="371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3"/>
              </a:buClr>
              <a:buSzPts val="2000"/>
              <a:buNone/>
              <a:defRPr sz="2000">
                <a:solidFill>
                  <a:schemeClr val="accent3"/>
                </a:solidFill>
              </a:defRPr>
            </a:lvl1pPr>
            <a:lvl2pPr lvl="1" algn="ctr" rtl="0">
              <a:spcBef>
                <a:spcPts val="0"/>
              </a:spcBef>
              <a:spcAft>
                <a:spcPts val="0"/>
              </a:spcAft>
              <a:buClr>
                <a:schemeClr val="accent3"/>
              </a:buClr>
              <a:buSzPts val="2000"/>
              <a:buNone/>
              <a:defRPr sz="2000">
                <a:solidFill>
                  <a:schemeClr val="accent3"/>
                </a:solidFill>
              </a:defRPr>
            </a:lvl2pPr>
            <a:lvl3pPr lvl="2" algn="ctr" rtl="0">
              <a:spcBef>
                <a:spcPts val="0"/>
              </a:spcBef>
              <a:spcAft>
                <a:spcPts val="0"/>
              </a:spcAft>
              <a:buClr>
                <a:schemeClr val="accent3"/>
              </a:buClr>
              <a:buSzPts val="2000"/>
              <a:buNone/>
              <a:defRPr sz="2000">
                <a:solidFill>
                  <a:schemeClr val="accent3"/>
                </a:solidFill>
              </a:defRPr>
            </a:lvl3pPr>
            <a:lvl4pPr lvl="3" algn="ctr" rtl="0">
              <a:spcBef>
                <a:spcPts val="0"/>
              </a:spcBef>
              <a:spcAft>
                <a:spcPts val="0"/>
              </a:spcAft>
              <a:buClr>
                <a:schemeClr val="accent3"/>
              </a:buClr>
              <a:buSzPts val="2000"/>
              <a:buNone/>
              <a:defRPr sz="2000">
                <a:solidFill>
                  <a:schemeClr val="accent3"/>
                </a:solidFill>
              </a:defRPr>
            </a:lvl4pPr>
            <a:lvl5pPr lvl="4" algn="ctr" rtl="0">
              <a:spcBef>
                <a:spcPts val="0"/>
              </a:spcBef>
              <a:spcAft>
                <a:spcPts val="0"/>
              </a:spcAft>
              <a:buClr>
                <a:schemeClr val="accent3"/>
              </a:buClr>
              <a:buSzPts val="2000"/>
              <a:buNone/>
              <a:defRPr sz="2000">
                <a:solidFill>
                  <a:schemeClr val="accent3"/>
                </a:solidFill>
              </a:defRPr>
            </a:lvl5pPr>
            <a:lvl6pPr lvl="5" algn="ctr" rtl="0">
              <a:spcBef>
                <a:spcPts val="0"/>
              </a:spcBef>
              <a:spcAft>
                <a:spcPts val="0"/>
              </a:spcAft>
              <a:buClr>
                <a:schemeClr val="accent3"/>
              </a:buClr>
              <a:buSzPts val="2000"/>
              <a:buNone/>
              <a:defRPr sz="2000">
                <a:solidFill>
                  <a:schemeClr val="accent3"/>
                </a:solidFill>
              </a:defRPr>
            </a:lvl6pPr>
            <a:lvl7pPr lvl="6" algn="ctr" rtl="0">
              <a:spcBef>
                <a:spcPts val="0"/>
              </a:spcBef>
              <a:spcAft>
                <a:spcPts val="0"/>
              </a:spcAft>
              <a:buClr>
                <a:schemeClr val="accent3"/>
              </a:buClr>
              <a:buSzPts val="2000"/>
              <a:buNone/>
              <a:defRPr sz="2000">
                <a:solidFill>
                  <a:schemeClr val="accent3"/>
                </a:solidFill>
              </a:defRPr>
            </a:lvl7pPr>
            <a:lvl8pPr lvl="7" algn="ctr" rtl="0">
              <a:spcBef>
                <a:spcPts val="0"/>
              </a:spcBef>
              <a:spcAft>
                <a:spcPts val="0"/>
              </a:spcAft>
              <a:buClr>
                <a:schemeClr val="accent3"/>
              </a:buClr>
              <a:buSzPts val="2000"/>
              <a:buNone/>
              <a:defRPr sz="2000">
                <a:solidFill>
                  <a:schemeClr val="accent3"/>
                </a:solidFill>
              </a:defRPr>
            </a:lvl8pPr>
            <a:lvl9pPr lvl="8" algn="ctr" rtl="0">
              <a:spcBef>
                <a:spcPts val="0"/>
              </a:spcBef>
              <a:spcAft>
                <a:spcPts val="0"/>
              </a:spcAft>
              <a:buClr>
                <a:schemeClr val="accent3"/>
              </a:buClr>
              <a:buSzPts val="2000"/>
              <a:buNone/>
              <a:defRPr sz="2000">
                <a:solidFill>
                  <a:schemeClr val="accent3"/>
                </a:solidFill>
              </a:defRPr>
            </a:lvl9pPr>
          </a:lstStyle>
          <a:p>
            <a:r>
              <a:t>xx%</a:t>
            </a:r>
          </a:p>
        </p:txBody>
      </p:sp>
      <p:sp>
        <p:nvSpPr>
          <p:cNvPr id="108" name="Google Shape;108;p14"/>
          <p:cNvSpPr txBox="1">
            <a:spLocks noGrp="1"/>
          </p:cNvSpPr>
          <p:nvPr>
            <p:ph type="title" idx="21"/>
          </p:nvPr>
        </p:nvSpPr>
        <p:spPr>
          <a:xfrm>
            <a:off x="713225" y="359300"/>
            <a:ext cx="7736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solidFill>
                  <a:srgbClr val="FF8B7B"/>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2272756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xfrm>
            <a:off x="720000" y="2485600"/>
            <a:ext cx="2697900" cy="906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5200"/>
              <a:buNone/>
              <a:defRPr sz="3800">
                <a:solidFill>
                  <a:schemeClr val="lt1"/>
                </a:solidFill>
              </a:defRPr>
            </a:lvl1pPr>
            <a:lvl2pPr lvl="1" rtl="0">
              <a:spcBef>
                <a:spcPts val="0"/>
              </a:spcBef>
              <a:spcAft>
                <a:spcPts val="0"/>
              </a:spcAft>
              <a:buClr>
                <a:schemeClr val="dk1"/>
              </a:buClr>
              <a:buSzPts val="5200"/>
              <a:buNone/>
              <a:defRPr sz="5200">
                <a:solidFill>
                  <a:schemeClr val="dk1"/>
                </a:solidFill>
              </a:defRPr>
            </a:lvl2pPr>
            <a:lvl3pPr lvl="2" rtl="0">
              <a:spcBef>
                <a:spcPts val="0"/>
              </a:spcBef>
              <a:spcAft>
                <a:spcPts val="0"/>
              </a:spcAft>
              <a:buClr>
                <a:schemeClr val="dk1"/>
              </a:buClr>
              <a:buSzPts val="5200"/>
              <a:buNone/>
              <a:defRPr sz="5200">
                <a:solidFill>
                  <a:schemeClr val="dk1"/>
                </a:solidFill>
              </a:defRPr>
            </a:lvl3pPr>
            <a:lvl4pPr lvl="3" rtl="0">
              <a:spcBef>
                <a:spcPts val="0"/>
              </a:spcBef>
              <a:spcAft>
                <a:spcPts val="0"/>
              </a:spcAft>
              <a:buClr>
                <a:schemeClr val="dk1"/>
              </a:buClr>
              <a:buSzPts val="5200"/>
              <a:buNone/>
              <a:defRPr sz="5200">
                <a:solidFill>
                  <a:schemeClr val="dk1"/>
                </a:solidFill>
              </a:defRPr>
            </a:lvl4pPr>
            <a:lvl5pPr lvl="4" rtl="0">
              <a:spcBef>
                <a:spcPts val="0"/>
              </a:spcBef>
              <a:spcAft>
                <a:spcPts val="0"/>
              </a:spcAft>
              <a:buClr>
                <a:schemeClr val="dk1"/>
              </a:buClr>
              <a:buSzPts val="5200"/>
              <a:buNone/>
              <a:defRPr sz="5200">
                <a:solidFill>
                  <a:schemeClr val="dk1"/>
                </a:solidFill>
              </a:defRPr>
            </a:lvl5pPr>
            <a:lvl6pPr lvl="5" rtl="0">
              <a:spcBef>
                <a:spcPts val="0"/>
              </a:spcBef>
              <a:spcAft>
                <a:spcPts val="0"/>
              </a:spcAft>
              <a:buClr>
                <a:schemeClr val="dk1"/>
              </a:buClr>
              <a:buSzPts val="5200"/>
              <a:buNone/>
              <a:defRPr sz="5200">
                <a:solidFill>
                  <a:schemeClr val="dk1"/>
                </a:solidFill>
              </a:defRPr>
            </a:lvl6pPr>
            <a:lvl7pPr lvl="6" rtl="0">
              <a:spcBef>
                <a:spcPts val="0"/>
              </a:spcBef>
              <a:spcAft>
                <a:spcPts val="0"/>
              </a:spcAft>
              <a:buClr>
                <a:schemeClr val="dk1"/>
              </a:buClr>
              <a:buSzPts val="5200"/>
              <a:buNone/>
              <a:defRPr sz="5200">
                <a:solidFill>
                  <a:schemeClr val="dk1"/>
                </a:solidFill>
              </a:defRPr>
            </a:lvl7pPr>
            <a:lvl8pPr lvl="7" rtl="0">
              <a:spcBef>
                <a:spcPts val="0"/>
              </a:spcBef>
              <a:spcAft>
                <a:spcPts val="0"/>
              </a:spcAft>
              <a:buClr>
                <a:schemeClr val="dk1"/>
              </a:buClr>
              <a:buSzPts val="5200"/>
              <a:buNone/>
              <a:defRPr sz="5200">
                <a:solidFill>
                  <a:schemeClr val="dk1"/>
                </a:solidFill>
              </a:defRPr>
            </a:lvl8pPr>
            <a:lvl9pPr lvl="8" rtl="0">
              <a:spcBef>
                <a:spcPts val="0"/>
              </a:spcBef>
              <a:spcAft>
                <a:spcPts val="0"/>
              </a:spcAft>
              <a:buClr>
                <a:schemeClr val="dk1"/>
              </a:buClr>
              <a:buSzPts val="5200"/>
              <a:buNone/>
              <a:defRPr sz="5200">
                <a:solidFill>
                  <a:schemeClr val="dk1"/>
                </a:solidFill>
              </a:defRPr>
            </a:lvl9pPr>
          </a:lstStyle>
          <a:p>
            <a:endParaRPr/>
          </a:p>
        </p:txBody>
      </p:sp>
      <p:sp>
        <p:nvSpPr>
          <p:cNvPr id="86" name="Google Shape;86;p13"/>
          <p:cNvSpPr txBox="1">
            <a:spLocks noGrp="1"/>
          </p:cNvSpPr>
          <p:nvPr>
            <p:ph type="subTitle" idx="1"/>
          </p:nvPr>
        </p:nvSpPr>
        <p:spPr>
          <a:xfrm>
            <a:off x="720000" y="3580325"/>
            <a:ext cx="2507400" cy="420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800"/>
              <a:buNone/>
              <a:defRPr sz="1600"/>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87" name="Google Shape;87;p13"/>
          <p:cNvSpPr txBox="1">
            <a:spLocks noGrp="1"/>
          </p:cNvSpPr>
          <p:nvPr>
            <p:ph type="title" idx="2" hasCustomPrompt="1"/>
          </p:nvPr>
        </p:nvSpPr>
        <p:spPr>
          <a:xfrm>
            <a:off x="720000" y="837488"/>
            <a:ext cx="1554900" cy="1053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6000"/>
              <a:buNone/>
              <a:defRPr sz="6000">
                <a:solidFill>
                  <a:schemeClr val="accent3"/>
                </a:solidFill>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Tree>
    <p:extLst>
      <p:ext uri="{BB962C8B-B14F-4D97-AF65-F5344CB8AC3E}">
        <p14:creationId xmlns:p14="http://schemas.microsoft.com/office/powerpoint/2010/main" val="19443296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1"/>
        <p:cNvGrpSpPr/>
        <p:nvPr/>
      </p:nvGrpSpPr>
      <p:grpSpPr>
        <a:xfrm>
          <a:off x="0" y="0"/>
          <a:ext cx="0" cy="0"/>
          <a:chOff x="0" y="0"/>
          <a:chExt cx="0" cy="0"/>
        </a:xfrm>
      </p:grpSpPr>
      <p:sp>
        <p:nvSpPr>
          <p:cNvPr id="42" name="Google Shape;42;p7"/>
          <p:cNvSpPr txBox="1">
            <a:spLocks noGrp="1"/>
          </p:cNvSpPr>
          <p:nvPr>
            <p:ph type="body" idx="1"/>
          </p:nvPr>
        </p:nvSpPr>
        <p:spPr>
          <a:xfrm>
            <a:off x="692700" y="1389600"/>
            <a:ext cx="7757100" cy="3179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43" name="Google Shape;43;p7"/>
          <p:cNvSpPr txBox="1">
            <a:spLocks noGrp="1"/>
          </p:cNvSpPr>
          <p:nvPr>
            <p:ph type="title"/>
          </p:nvPr>
        </p:nvSpPr>
        <p:spPr>
          <a:xfrm>
            <a:off x="713225" y="359300"/>
            <a:ext cx="7736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solidFill>
                  <a:srgbClr val="FF8B7B"/>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5983848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713225" y="359300"/>
            <a:ext cx="7736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solidFill>
                  <a:srgbClr val="FF8B7B"/>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3370038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5894" y="528843"/>
            <a:ext cx="8272212"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435894" y="1752002"/>
            <a:ext cx="8272212" cy="2642096"/>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04464" y="4467103"/>
            <a:ext cx="2133599" cy="273844"/>
          </a:xfrm>
          <a:prstGeom prst="rect">
            <a:avLst/>
          </a:prstGeom>
        </p:spPr>
        <p:txBody>
          <a:bodyPr vert="horz" lIns="91440" tIns="45720" rIns="91440" bIns="45720" rtlCol="0" anchor="ctr"/>
          <a:lstStyle>
            <a:lvl1pPr algn="r">
              <a:defRPr sz="675">
                <a:solidFill>
                  <a:schemeClr val="accent2"/>
                </a:solidFill>
              </a:defRPr>
            </a:lvl1pPr>
          </a:lstStyle>
          <a:p>
            <a:fld id="{B61BEF0D-F0BB-DE4B-95CE-6DB70DBA9567}" type="datetimeFigureOut">
              <a:rPr lang="en-US" dirty="0"/>
              <a:pPr/>
              <a:t>6/2/2026</a:t>
            </a:fld>
            <a:endParaRPr lang="en-US" dirty="0"/>
          </a:p>
        </p:txBody>
      </p:sp>
      <p:sp>
        <p:nvSpPr>
          <p:cNvPr id="5" name="Footer Placeholder 4"/>
          <p:cNvSpPr>
            <a:spLocks noGrp="1"/>
          </p:cNvSpPr>
          <p:nvPr>
            <p:ph type="ftr" sz="quarter" idx="3"/>
          </p:nvPr>
        </p:nvSpPr>
        <p:spPr>
          <a:xfrm>
            <a:off x="435894" y="4463859"/>
            <a:ext cx="5187908" cy="273844"/>
          </a:xfrm>
          <a:prstGeom prst="rect">
            <a:avLst/>
          </a:prstGeom>
        </p:spPr>
        <p:txBody>
          <a:bodyPr vert="horz" lIns="91440" tIns="45720" rIns="91440" bIns="45720" rtlCol="0" anchor="ctr"/>
          <a:lstStyle>
            <a:lvl1pPr algn="l">
              <a:defRPr sz="675"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7918725" y="4467103"/>
            <a:ext cx="789383" cy="273844"/>
          </a:xfrm>
          <a:prstGeom prst="rect">
            <a:avLst/>
          </a:prstGeom>
        </p:spPr>
        <p:txBody>
          <a:bodyPr vert="horz" lIns="91440" tIns="45720" rIns="91440" bIns="45720" rtlCol="0" anchor="ctr"/>
          <a:lstStyle>
            <a:lvl1pPr algn="r">
              <a:defRPr sz="675">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334901" y="342900"/>
            <a:ext cx="2777490" cy="712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sz="1050"/>
          </a:p>
        </p:txBody>
      </p:sp>
      <p:sp>
        <p:nvSpPr>
          <p:cNvPr id="10" name="Rectangle 9"/>
          <p:cNvSpPr/>
          <p:nvPr/>
        </p:nvSpPr>
        <p:spPr>
          <a:xfrm>
            <a:off x="6031610" y="340232"/>
            <a:ext cx="2777490" cy="73916"/>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sz="1050"/>
          </a:p>
        </p:txBody>
      </p:sp>
      <p:sp>
        <p:nvSpPr>
          <p:cNvPr id="11" name="Rectangle 10"/>
          <p:cNvSpPr/>
          <p:nvPr/>
        </p:nvSpPr>
        <p:spPr>
          <a:xfrm>
            <a:off x="3181373" y="342900"/>
            <a:ext cx="2777490" cy="6858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sz="1050"/>
          </a:p>
        </p:txBody>
      </p:sp>
    </p:spTree>
    <p:extLst>
      <p:ext uri="{BB962C8B-B14F-4D97-AF65-F5344CB8AC3E}">
        <p14:creationId xmlns:p14="http://schemas.microsoft.com/office/powerpoint/2010/main" val="58733042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Lst>
  <p:hf sldNum="0" hdr="0" ftr="0" dt="0"/>
  <p:txStyles>
    <p:titleStyle>
      <a:lvl1pPr algn="l" defTabSz="342900" rtl="0" eaLnBrk="1" latinLnBrk="0" hangingPunct="1">
        <a:spcBef>
          <a:spcPct val="0"/>
        </a:spcBef>
        <a:buNone/>
        <a:defRPr sz="21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9500" indent="-229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1350" kern="1200">
          <a:solidFill>
            <a:schemeClr val="tx2"/>
          </a:solidFill>
          <a:latin typeface="+mn-lt"/>
          <a:ea typeface="+mn-ea"/>
          <a:cs typeface="+mn-cs"/>
        </a:defRPr>
      </a:lvl1pPr>
      <a:lvl2pPr marL="472500" indent="-229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2pPr>
      <a:lvl3pPr marL="675000" indent="-202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1050" kern="1200">
          <a:solidFill>
            <a:schemeClr val="tx2"/>
          </a:solidFill>
          <a:latin typeface="+mn-lt"/>
          <a:ea typeface="+mn-ea"/>
          <a:cs typeface="+mn-cs"/>
        </a:defRPr>
      </a:lvl3pPr>
      <a:lvl4pPr marL="931500" indent="-175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4pPr>
      <a:lvl5pPr marL="1201500" indent="-175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5pPr>
      <a:lvl6pPr marL="1425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6pPr>
      <a:lvl7pPr marL="1650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7pPr>
      <a:lvl8pPr marL="1875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8pPr>
      <a:lvl9pPr marL="2100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localhost:5001/" TargetMode="External"/><Relationship Id="rId2" Type="http://schemas.openxmlformats.org/officeDocument/2006/relationships/hyperlink" Target="http://localhost:3000/"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5.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3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3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4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4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48.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178"/>
        <p:cNvGrpSpPr/>
        <p:nvPr/>
      </p:nvGrpSpPr>
      <p:grpSpPr>
        <a:xfrm>
          <a:off x="0" y="0"/>
          <a:ext cx="0" cy="0"/>
          <a:chOff x="0" y="0"/>
          <a:chExt cx="0" cy="0"/>
        </a:xfrm>
      </p:grpSpPr>
      <p:sp>
        <p:nvSpPr>
          <p:cNvPr id="179" name="Google Shape;179;p26"/>
          <p:cNvSpPr txBox="1">
            <a:spLocks noGrp="1"/>
          </p:cNvSpPr>
          <p:nvPr>
            <p:ph type="ctrTitle"/>
          </p:nvPr>
        </p:nvSpPr>
        <p:spPr>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4800" dirty="0">
                <a:solidFill>
                  <a:schemeClr val="accent3"/>
                </a:solidFill>
              </a:rPr>
              <a:t>ASP.NET</a:t>
            </a:r>
            <a:endParaRPr sz="4800" dirty="0">
              <a:solidFill>
                <a:schemeClr val="accent3"/>
              </a:solidFill>
            </a:endParaRPr>
          </a:p>
        </p:txBody>
      </p:sp>
      <p:grpSp>
        <p:nvGrpSpPr>
          <p:cNvPr id="181" name="Google Shape;181;p26"/>
          <p:cNvGrpSpPr/>
          <p:nvPr/>
        </p:nvGrpSpPr>
        <p:grpSpPr>
          <a:xfrm>
            <a:off x="-5" y="1080518"/>
            <a:ext cx="4588711" cy="3523405"/>
            <a:chOff x="1190200" y="796850"/>
            <a:chExt cx="5212075" cy="4002050"/>
          </a:xfrm>
        </p:grpSpPr>
        <p:sp>
          <p:nvSpPr>
            <p:cNvPr id="182" name="Google Shape;182;p26"/>
            <p:cNvSpPr/>
            <p:nvPr/>
          </p:nvSpPr>
          <p:spPr>
            <a:xfrm>
              <a:off x="1190200" y="4224300"/>
              <a:ext cx="5212075" cy="2525"/>
            </a:xfrm>
            <a:custGeom>
              <a:avLst/>
              <a:gdLst/>
              <a:ahLst/>
              <a:cxnLst/>
              <a:rect l="l" t="t" r="r" b="b"/>
              <a:pathLst>
                <a:path w="208483" h="101" extrusionOk="0">
                  <a:moveTo>
                    <a:pt x="0" y="0"/>
                  </a:moveTo>
                  <a:lnTo>
                    <a:pt x="0" y="101"/>
                  </a:lnTo>
                  <a:lnTo>
                    <a:pt x="208482" y="101"/>
                  </a:lnTo>
                  <a:lnTo>
                    <a:pt x="208482" y="0"/>
                  </a:lnTo>
                  <a:close/>
                </a:path>
              </a:pathLst>
            </a:custGeom>
            <a:solidFill>
              <a:srgbClr val="EBEBE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6"/>
            <p:cNvSpPr/>
            <p:nvPr/>
          </p:nvSpPr>
          <p:spPr>
            <a:xfrm>
              <a:off x="5534950" y="4391925"/>
              <a:ext cx="345275" cy="2525"/>
            </a:xfrm>
            <a:custGeom>
              <a:avLst/>
              <a:gdLst/>
              <a:ahLst/>
              <a:cxnLst/>
              <a:rect l="l" t="t" r="r" b="b"/>
              <a:pathLst>
                <a:path w="13811" h="101" extrusionOk="0">
                  <a:moveTo>
                    <a:pt x="1" y="0"/>
                  </a:moveTo>
                  <a:lnTo>
                    <a:pt x="1" y="100"/>
                  </a:lnTo>
                  <a:lnTo>
                    <a:pt x="13811" y="100"/>
                  </a:lnTo>
                  <a:lnTo>
                    <a:pt x="13811" y="0"/>
                  </a:lnTo>
                  <a:close/>
                </a:path>
              </a:pathLst>
            </a:custGeom>
            <a:solidFill>
              <a:srgbClr val="EBEBE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6"/>
            <p:cNvSpPr/>
            <p:nvPr/>
          </p:nvSpPr>
          <p:spPr>
            <a:xfrm>
              <a:off x="4234025" y="4420275"/>
              <a:ext cx="408650" cy="2525"/>
            </a:xfrm>
            <a:custGeom>
              <a:avLst/>
              <a:gdLst/>
              <a:ahLst/>
              <a:cxnLst/>
              <a:rect l="l" t="t" r="r" b="b"/>
              <a:pathLst>
                <a:path w="16346" h="101" extrusionOk="0">
                  <a:moveTo>
                    <a:pt x="1" y="0"/>
                  </a:moveTo>
                  <a:lnTo>
                    <a:pt x="1" y="100"/>
                  </a:lnTo>
                  <a:lnTo>
                    <a:pt x="16346" y="100"/>
                  </a:lnTo>
                  <a:lnTo>
                    <a:pt x="16346" y="0"/>
                  </a:lnTo>
                  <a:close/>
                </a:path>
              </a:pathLst>
            </a:custGeom>
            <a:solidFill>
              <a:srgbClr val="EBEBE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6"/>
            <p:cNvSpPr/>
            <p:nvPr/>
          </p:nvSpPr>
          <p:spPr>
            <a:xfrm>
              <a:off x="4930350" y="4295175"/>
              <a:ext cx="593800" cy="2525"/>
            </a:xfrm>
            <a:custGeom>
              <a:avLst/>
              <a:gdLst/>
              <a:ahLst/>
              <a:cxnLst/>
              <a:rect l="l" t="t" r="r" b="b"/>
              <a:pathLst>
                <a:path w="23752" h="101" extrusionOk="0">
                  <a:moveTo>
                    <a:pt x="1" y="1"/>
                  </a:moveTo>
                  <a:lnTo>
                    <a:pt x="1" y="101"/>
                  </a:lnTo>
                  <a:lnTo>
                    <a:pt x="23751" y="101"/>
                  </a:lnTo>
                  <a:lnTo>
                    <a:pt x="23751" y="1"/>
                  </a:lnTo>
                  <a:close/>
                </a:path>
              </a:pathLst>
            </a:custGeom>
            <a:solidFill>
              <a:srgbClr val="EBEBE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6"/>
            <p:cNvSpPr/>
            <p:nvPr/>
          </p:nvSpPr>
          <p:spPr>
            <a:xfrm>
              <a:off x="3008975" y="4312700"/>
              <a:ext cx="715550" cy="2525"/>
            </a:xfrm>
            <a:custGeom>
              <a:avLst/>
              <a:gdLst/>
              <a:ahLst/>
              <a:cxnLst/>
              <a:rect l="l" t="t" r="r" b="b"/>
              <a:pathLst>
                <a:path w="28622" h="101" extrusionOk="0">
                  <a:moveTo>
                    <a:pt x="1" y="0"/>
                  </a:moveTo>
                  <a:lnTo>
                    <a:pt x="1" y="100"/>
                  </a:lnTo>
                  <a:lnTo>
                    <a:pt x="28621" y="100"/>
                  </a:lnTo>
                  <a:lnTo>
                    <a:pt x="28621" y="0"/>
                  </a:lnTo>
                  <a:close/>
                </a:path>
              </a:pathLst>
            </a:custGeom>
            <a:solidFill>
              <a:srgbClr val="EBEBE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6"/>
            <p:cNvSpPr/>
            <p:nvPr/>
          </p:nvSpPr>
          <p:spPr>
            <a:xfrm>
              <a:off x="3817075" y="4312700"/>
              <a:ext cx="65900" cy="2525"/>
            </a:xfrm>
            <a:custGeom>
              <a:avLst/>
              <a:gdLst/>
              <a:ahLst/>
              <a:cxnLst/>
              <a:rect l="l" t="t" r="r" b="b"/>
              <a:pathLst>
                <a:path w="2636" h="101" extrusionOk="0">
                  <a:moveTo>
                    <a:pt x="0" y="0"/>
                  </a:moveTo>
                  <a:lnTo>
                    <a:pt x="0" y="100"/>
                  </a:lnTo>
                  <a:lnTo>
                    <a:pt x="2635" y="100"/>
                  </a:lnTo>
                  <a:lnTo>
                    <a:pt x="2635"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6"/>
            <p:cNvSpPr/>
            <p:nvPr/>
          </p:nvSpPr>
          <p:spPr>
            <a:xfrm>
              <a:off x="2215075" y="4356900"/>
              <a:ext cx="1321825" cy="2525"/>
            </a:xfrm>
            <a:custGeom>
              <a:avLst/>
              <a:gdLst/>
              <a:ahLst/>
              <a:cxnLst/>
              <a:rect l="l" t="t" r="r" b="b"/>
              <a:pathLst>
                <a:path w="52873" h="101" extrusionOk="0">
                  <a:moveTo>
                    <a:pt x="1" y="0"/>
                  </a:moveTo>
                  <a:lnTo>
                    <a:pt x="1" y="100"/>
                  </a:lnTo>
                  <a:lnTo>
                    <a:pt x="52872" y="100"/>
                  </a:lnTo>
                  <a:lnTo>
                    <a:pt x="52872" y="0"/>
                  </a:lnTo>
                  <a:close/>
                </a:path>
              </a:pathLst>
            </a:custGeom>
            <a:solidFill>
              <a:srgbClr val="EBEBE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6"/>
            <p:cNvSpPr/>
            <p:nvPr/>
          </p:nvSpPr>
          <p:spPr>
            <a:xfrm>
              <a:off x="1929875" y="1081225"/>
              <a:ext cx="2290000" cy="1707900"/>
            </a:xfrm>
            <a:custGeom>
              <a:avLst/>
              <a:gdLst/>
              <a:ahLst/>
              <a:cxnLst/>
              <a:rect l="l" t="t" r="r" b="b"/>
              <a:pathLst>
                <a:path w="91600" h="68316" extrusionOk="0">
                  <a:moveTo>
                    <a:pt x="1" y="0"/>
                  </a:moveTo>
                  <a:lnTo>
                    <a:pt x="1" y="68316"/>
                  </a:lnTo>
                  <a:lnTo>
                    <a:pt x="91600" y="68316"/>
                  </a:lnTo>
                  <a:lnTo>
                    <a:pt x="91600"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6"/>
            <p:cNvSpPr/>
            <p:nvPr/>
          </p:nvSpPr>
          <p:spPr>
            <a:xfrm>
              <a:off x="4219850" y="1081225"/>
              <a:ext cx="14200" cy="1707900"/>
            </a:xfrm>
            <a:custGeom>
              <a:avLst/>
              <a:gdLst/>
              <a:ahLst/>
              <a:cxnLst/>
              <a:rect l="l" t="t" r="r" b="b"/>
              <a:pathLst>
                <a:path w="568" h="68316" extrusionOk="0">
                  <a:moveTo>
                    <a:pt x="1" y="0"/>
                  </a:moveTo>
                  <a:lnTo>
                    <a:pt x="1" y="68316"/>
                  </a:lnTo>
                  <a:lnTo>
                    <a:pt x="568" y="68316"/>
                  </a:lnTo>
                  <a:lnTo>
                    <a:pt x="568"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6"/>
            <p:cNvSpPr/>
            <p:nvPr/>
          </p:nvSpPr>
          <p:spPr>
            <a:xfrm>
              <a:off x="2043300" y="1194625"/>
              <a:ext cx="2063150" cy="1481100"/>
            </a:xfrm>
            <a:custGeom>
              <a:avLst/>
              <a:gdLst/>
              <a:ahLst/>
              <a:cxnLst/>
              <a:rect l="l" t="t" r="r" b="b"/>
              <a:pathLst>
                <a:path w="82526" h="59244" extrusionOk="0">
                  <a:moveTo>
                    <a:pt x="0" y="1"/>
                  </a:moveTo>
                  <a:lnTo>
                    <a:pt x="0" y="59243"/>
                  </a:lnTo>
                  <a:lnTo>
                    <a:pt x="82526" y="59243"/>
                  </a:lnTo>
                  <a:lnTo>
                    <a:pt x="82526"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6"/>
            <p:cNvSpPr/>
            <p:nvPr/>
          </p:nvSpPr>
          <p:spPr>
            <a:xfrm>
              <a:off x="3557700" y="2241225"/>
              <a:ext cx="367800" cy="513725"/>
            </a:xfrm>
            <a:custGeom>
              <a:avLst/>
              <a:gdLst/>
              <a:ahLst/>
              <a:cxnLst/>
              <a:rect l="l" t="t" r="r" b="b"/>
              <a:pathLst>
                <a:path w="14712" h="20549" extrusionOk="0">
                  <a:moveTo>
                    <a:pt x="1" y="0"/>
                  </a:moveTo>
                  <a:lnTo>
                    <a:pt x="1" y="20548"/>
                  </a:lnTo>
                  <a:lnTo>
                    <a:pt x="14711" y="20548"/>
                  </a:lnTo>
                  <a:lnTo>
                    <a:pt x="147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6"/>
            <p:cNvSpPr/>
            <p:nvPr/>
          </p:nvSpPr>
          <p:spPr>
            <a:xfrm>
              <a:off x="3019825" y="2060250"/>
              <a:ext cx="392800" cy="513725"/>
            </a:xfrm>
            <a:custGeom>
              <a:avLst/>
              <a:gdLst/>
              <a:ahLst/>
              <a:cxnLst/>
              <a:rect l="l" t="t" r="r" b="b"/>
              <a:pathLst>
                <a:path w="15712" h="20549" extrusionOk="0">
                  <a:moveTo>
                    <a:pt x="1035" y="1"/>
                  </a:moveTo>
                  <a:lnTo>
                    <a:pt x="1" y="20549"/>
                  </a:lnTo>
                  <a:lnTo>
                    <a:pt x="14678" y="20549"/>
                  </a:lnTo>
                  <a:lnTo>
                    <a:pt x="157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6"/>
            <p:cNvSpPr/>
            <p:nvPr/>
          </p:nvSpPr>
          <p:spPr>
            <a:xfrm>
              <a:off x="2789675" y="2241225"/>
              <a:ext cx="366950" cy="513725"/>
            </a:xfrm>
            <a:custGeom>
              <a:avLst/>
              <a:gdLst/>
              <a:ahLst/>
              <a:cxnLst/>
              <a:rect l="l" t="t" r="r" b="b"/>
              <a:pathLst>
                <a:path w="14678" h="20549" extrusionOk="0">
                  <a:moveTo>
                    <a:pt x="0" y="0"/>
                  </a:moveTo>
                  <a:lnTo>
                    <a:pt x="0" y="20548"/>
                  </a:lnTo>
                  <a:lnTo>
                    <a:pt x="14677" y="20548"/>
                  </a:lnTo>
                  <a:lnTo>
                    <a:pt x="146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6"/>
            <p:cNvSpPr/>
            <p:nvPr/>
          </p:nvSpPr>
          <p:spPr>
            <a:xfrm>
              <a:off x="2250950" y="2060250"/>
              <a:ext cx="393625" cy="513725"/>
            </a:xfrm>
            <a:custGeom>
              <a:avLst/>
              <a:gdLst/>
              <a:ahLst/>
              <a:cxnLst/>
              <a:rect l="l" t="t" r="r" b="b"/>
              <a:pathLst>
                <a:path w="15745" h="20549" extrusionOk="0">
                  <a:moveTo>
                    <a:pt x="1068" y="1"/>
                  </a:moveTo>
                  <a:lnTo>
                    <a:pt x="0" y="20549"/>
                  </a:lnTo>
                  <a:lnTo>
                    <a:pt x="14677" y="20549"/>
                  </a:lnTo>
                  <a:lnTo>
                    <a:pt x="157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6"/>
            <p:cNvSpPr/>
            <p:nvPr/>
          </p:nvSpPr>
          <p:spPr>
            <a:xfrm>
              <a:off x="2561175" y="1235500"/>
              <a:ext cx="586275" cy="732200"/>
            </a:xfrm>
            <a:custGeom>
              <a:avLst/>
              <a:gdLst/>
              <a:ahLst/>
              <a:cxnLst/>
              <a:rect l="l" t="t" r="r" b="b"/>
              <a:pathLst>
                <a:path w="23451" h="29288" extrusionOk="0">
                  <a:moveTo>
                    <a:pt x="3436" y="0"/>
                  </a:moveTo>
                  <a:lnTo>
                    <a:pt x="0" y="27887"/>
                  </a:lnTo>
                  <a:lnTo>
                    <a:pt x="20014" y="29288"/>
                  </a:lnTo>
                  <a:lnTo>
                    <a:pt x="23450" y="1435"/>
                  </a:lnTo>
                  <a:lnTo>
                    <a:pt x="34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6"/>
            <p:cNvSpPr/>
            <p:nvPr/>
          </p:nvSpPr>
          <p:spPr>
            <a:xfrm>
              <a:off x="3762850" y="1145425"/>
              <a:ext cx="393650" cy="514575"/>
            </a:xfrm>
            <a:custGeom>
              <a:avLst/>
              <a:gdLst/>
              <a:ahLst/>
              <a:cxnLst/>
              <a:rect l="l" t="t" r="r" b="b"/>
              <a:pathLst>
                <a:path w="15746" h="20583" extrusionOk="0">
                  <a:moveTo>
                    <a:pt x="1068" y="1"/>
                  </a:moveTo>
                  <a:lnTo>
                    <a:pt x="1" y="20582"/>
                  </a:lnTo>
                  <a:lnTo>
                    <a:pt x="14678" y="20582"/>
                  </a:lnTo>
                  <a:lnTo>
                    <a:pt x="157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6"/>
            <p:cNvSpPr/>
            <p:nvPr/>
          </p:nvSpPr>
          <p:spPr>
            <a:xfrm>
              <a:off x="3280850" y="1440650"/>
              <a:ext cx="388625" cy="529550"/>
            </a:xfrm>
            <a:custGeom>
              <a:avLst/>
              <a:gdLst/>
              <a:ahLst/>
              <a:cxnLst/>
              <a:rect l="l" t="t" r="r" b="b"/>
              <a:pathLst>
                <a:path w="15545" h="21182" extrusionOk="0">
                  <a:moveTo>
                    <a:pt x="868" y="0"/>
                  </a:moveTo>
                  <a:lnTo>
                    <a:pt x="0" y="20515"/>
                  </a:lnTo>
                  <a:lnTo>
                    <a:pt x="14644" y="21182"/>
                  </a:lnTo>
                  <a:lnTo>
                    <a:pt x="15545" y="634"/>
                  </a:lnTo>
                  <a:lnTo>
                    <a:pt x="8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6"/>
            <p:cNvSpPr/>
            <p:nvPr/>
          </p:nvSpPr>
          <p:spPr>
            <a:xfrm>
              <a:off x="1979925" y="1286375"/>
              <a:ext cx="381950" cy="524550"/>
            </a:xfrm>
            <a:custGeom>
              <a:avLst/>
              <a:gdLst/>
              <a:ahLst/>
              <a:cxnLst/>
              <a:rect l="l" t="t" r="r" b="b"/>
              <a:pathLst>
                <a:path w="15278" h="20982" extrusionOk="0">
                  <a:moveTo>
                    <a:pt x="14677" y="0"/>
                  </a:moveTo>
                  <a:lnTo>
                    <a:pt x="0" y="434"/>
                  </a:lnTo>
                  <a:lnTo>
                    <a:pt x="601" y="20982"/>
                  </a:lnTo>
                  <a:lnTo>
                    <a:pt x="15278" y="20548"/>
                  </a:lnTo>
                  <a:lnTo>
                    <a:pt x="146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6"/>
            <p:cNvSpPr/>
            <p:nvPr/>
          </p:nvSpPr>
          <p:spPr>
            <a:xfrm>
              <a:off x="4699350" y="1225475"/>
              <a:ext cx="932375" cy="1371850"/>
            </a:xfrm>
            <a:custGeom>
              <a:avLst/>
              <a:gdLst/>
              <a:ahLst/>
              <a:cxnLst/>
              <a:rect l="l" t="t" r="r" b="b"/>
              <a:pathLst>
                <a:path w="37295" h="54874" extrusionOk="0">
                  <a:moveTo>
                    <a:pt x="1" y="1"/>
                  </a:moveTo>
                  <a:lnTo>
                    <a:pt x="1" y="54874"/>
                  </a:lnTo>
                  <a:lnTo>
                    <a:pt x="37294" y="54874"/>
                  </a:lnTo>
                  <a:lnTo>
                    <a:pt x="37294"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6"/>
            <p:cNvSpPr/>
            <p:nvPr/>
          </p:nvSpPr>
          <p:spPr>
            <a:xfrm>
              <a:off x="4642650" y="1225475"/>
              <a:ext cx="963225" cy="1371850"/>
            </a:xfrm>
            <a:custGeom>
              <a:avLst/>
              <a:gdLst/>
              <a:ahLst/>
              <a:cxnLst/>
              <a:rect l="l" t="t" r="r" b="b"/>
              <a:pathLst>
                <a:path w="38529" h="54874" extrusionOk="0">
                  <a:moveTo>
                    <a:pt x="1" y="1"/>
                  </a:moveTo>
                  <a:lnTo>
                    <a:pt x="1" y="54874"/>
                  </a:lnTo>
                  <a:lnTo>
                    <a:pt x="38528" y="54874"/>
                  </a:lnTo>
                  <a:lnTo>
                    <a:pt x="38528"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6"/>
            <p:cNvSpPr/>
            <p:nvPr/>
          </p:nvSpPr>
          <p:spPr>
            <a:xfrm>
              <a:off x="4723550" y="1333900"/>
              <a:ext cx="802250" cy="1155025"/>
            </a:xfrm>
            <a:custGeom>
              <a:avLst/>
              <a:gdLst/>
              <a:ahLst/>
              <a:cxnLst/>
              <a:rect l="l" t="t" r="r" b="b"/>
              <a:pathLst>
                <a:path w="32090" h="46201" extrusionOk="0">
                  <a:moveTo>
                    <a:pt x="0" y="0"/>
                  </a:moveTo>
                  <a:lnTo>
                    <a:pt x="0" y="46200"/>
                  </a:lnTo>
                  <a:lnTo>
                    <a:pt x="32090" y="46200"/>
                  </a:lnTo>
                  <a:lnTo>
                    <a:pt x="320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6"/>
            <p:cNvSpPr/>
            <p:nvPr/>
          </p:nvSpPr>
          <p:spPr>
            <a:xfrm>
              <a:off x="5024600" y="1767550"/>
              <a:ext cx="200150" cy="287725"/>
            </a:xfrm>
            <a:custGeom>
              <a:avLst/>
              <a:gdLst/>
              <a:ahLst/>
              <a:cxnLst/>
              <a:rect l="l" t="t" r="r" b="b"/>
              <a:pathLst>
                <a:path w="8006" h="11509" extrusionOk="0">
                  <a:moveTo>
                    <a:pt x="0" y="0"/>
                  </a:moveTo>
                  <a:lnTo>
                    <a:pt x="0" y="3536"/>
                  </a:lnTo>
                  <a:cubicBezTo>
                    <a:pt x="0" y="7939"/>
                    <a:pt x="3569" y="11508"/>
                    <a:pt x="8006" y="11508"/>
                  </a:cubicBezTo>
                  <a:lnTo>
                    <a:pt x="8006" y="8006"/>
                  </a:lnTo>
                  <a:cubicBezTo>
                    <a:pt x="8006" y="3569"/>
                    <a:pt x="4403" y="0"/>
                    <a:pt x="0"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6"/>
            <p:cNvSpPr/>
            <p:nvPr/>
          </p:nvSpPr>
          <p:spPr>
            <a:xfrm>
              <a:off x="5024600" y="1471500"/>
              <a:ext cx="200150" cy="286900"/>
            </a:xfrm>
            <a:custGeom>
              <a:avLst/>
              <a:gdLst/>
              <a:ahLst/>
              <a:cxnLst/>
              <a:rect l="l" t="t" r="r" b="b"/>
              <a:pathLst>
                <a:path w="8006" h="11476" extrusionOk="0">
                  <a:moveTo>
                    <a:pt x="0" y="0"/>
                  </a:moveTo>
                  <a:lnTo>
                    <a:pt x="0" y="3503"/>
                  </a:lnTo>
                  <a:cubicBezTo>
                    <a:pt x="0" y="7906"/>
                    <a:pt x="3569" y="11475"/>
                    <a:pt x="8006" y="11475"/>
                  </a:cubicBezTo>
                  <a:lnTo>
                    <a:pt x="8006" y="7973"/>
                  </a:lnTo>
                  <a:cubicBezTo>
                    <a:pt x="8006" y="3570"/>
                    <a:pt x="4403" y="0"/>
                    <a:pt x="0"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6"/>
            <p:cNvSpPr/>
            <p:nvPr/>
          </p:nvSpPr>
          <p:spPr>
            <a:xfrm>
              <a:off x="5024600" y="2064425"/>
              <a:ext cx="200150" cy="287725"/>
            </a:xfrm>
            <a:custGeom>
              <a:avLst/>
              <a:gdLst/>
              <a:ahLst/>
              <a:cxnLst/>
              <a:rect l="l" t="t" r="r" b="b"/>
              <a:pathLst>
                <a:path w="8006" h="11509" extrusionOk="0">
                  <a:moveTo>
                    <a:pt x="0" y="0"/>
                  </a:moveTo>
                  <a:lnTo>
                    <a:pt x="0" y="3503"/>
                  </a:lnTo>
                  <a:cubicBezTo>
                    <a:pt x="0" y="7939"/>
                    <a:pt x="3569" y="11509"/>
                    <a:pt x="8006" y="11509"/>
                  </a:cubicBezTo>
                  <a:lnTo>
                    <a:pt x="8006" y="7973"/>
                  </a:lnTo>
                  <a:cubicBezTo>
                    <a:pt x="8006" y="3570"/>
                    <a:pt x="4403" y="0"/>
                    <a:pt x="0"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6"/>
            <p:cNvSpPr/>
            <p:nvPr/>
          </p:nvSpPr>
          <p:spPr>
            <a:xfrm>
              <a:off x="5183875" y="3211900"/>
              <a:ext cx="106775" cy="771425"/>
            </a:xfrm>
            <a:custGeom>
              <a:avLst/>
              <a:gdLst/>
              <a:ahLst/>
              <a:cxnLst/>
              <a:rect l="l" t="t" r="r" b="b"/>
              <a:pathLst>
                <a:path w="4271" h="30857" extrusionOk="0">
                  <a:moveTo>
                    <a:pt x="4270" y="1"/>
                  </a:moveTo>
                  <a:lnTo>
                    <a:pt x="1968" y="935"/>
                  </a:lnTo>
                  <a:cubicBezTo>
                    <a:pt x="267" y="5938"/>
                    <a:pt x="0" y="19682"/>
                    <a:pt x="0" y="29755"/>
                  </a:cubicBezTo>
                  <a:cubicBezTo>
                    <a:pt x="0" y="29956"/>
                    <a:pt x="267" y="30122"/>
                    <a:pt x="601" y="30122"/>
                  </a:cubicBezTo>
                  <a:cubicBezTo>
                    <a:pt x="934" y="30122"/>
                    <a:pt x="1235" y="29956"/>
                    <a:pt x="1235" y="29755"/>
                  </a:cubicBezTo>
                  <a:cubicBezTo>
                    <a:pt x="1135" y="28288"/>
                    <a:pt x="1268" y="30856"/>
                    <a:pt x="2469" y="16413"/>
                  </a:cubicBezTo>
                  <a:cubicBezTo>
                    <a:pt x="3703" y="936"/>
                    <a:pt x="4270" y="1"/>
                    <a:pt x="4270" y="1"/>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6"/>
            <p:cNvSpPr/>
            <p:nvPr/>
          </p:nvSpPr>
          <p:spPr>
            <a:xfrm>
              <a:off x="4617300" y="3052625"/>
              <a:ext cx="626650" cy="422000"/>
            </a:xfrm>
            <a:custGeom>
              <a:avLst/>
              <a:gdLst/>
              <a:ahLst/>
              <a:cxnLst/>
              <a:rect l="l" t="t" r="r" b="b"/>
              <a:pathLst>
                <a:path w="25066" h="16880" extrusionOk="0">
                  <a:moveTo>
                    <a:pt x="2872" y="0"/>
                  </a:moveTo>
                  <a:cubicBezTo>
                    <a:pt x="1" y="0"/>
                    <a:pt x="8716" y="6621"/>
                    <a:pt x="14591" y="9808"/>
                  </a:cubicBezTo>
                  <a:cubicBezTo>
                    <a:pt x="19027" y="12176"/>
                    <a:pt x="23864" y="14344"/>
                    <a:pt x="25065" y="16879"/>
                  </a:cubicBezTo>
                  <a:cubicBezTo>
                    <a:pt x="24765" y="11576"/>
                    <a:pt x="24698" y="7806"/>
                    <a:pt x="21329" y="5038"/>
                  </a:cubicBezTo>
                  <a:cubicBezTo>
                    <a:pt x="17960" y="2236"/>
                    <a:pt x="10655" y="167"/>
                    <a:pt x="2916" y="1"/>
                  </a:cubicBezTo>
                  <a:cubicBezTo>
                    <a:pt x="2901" y="0"/>
                    <a:pt x="2886" y="0"/>
                    <a:pt x="2872" y="0"/>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6"/>
            <p:cNvSpPr/>
            <p:nvPr/>
          </p:nvSpPr>
          <p:spPr>
            <a:xfrm>
              <a:off x="4790525" y="3437075"/>
              <a:ext cx="437575" cy="294400"/>
            </a:xfrm>
            <a:custGeom>
              <a:avLst/>
              <a:gdLst/>
              <a:ahLst/>
              <a:cxnLst/>
              <a:rect l="l" t="t" r="r" b="b"/>
              <a:pathLst>
                <a:path w="17503" h="11776" extrusionOk="0">
                  <a:moveTo>
                    <a:pt x="2036" y="0"/>
                  </a:moveTo>
                  <a:cubicBezTo>
                    <a:pt x="0" y="0"/>
                    <a:pt x="6109" y="4612"/>
                    <a:pt x="10197" y="6838"/>
                  </a:cubicBezTo>
                  <a:cubicBezTo>
                    <a:pt x="13266" y="8506"/>
                    <a:pt x="16668" y="10007"/>
                    <a:pt x="17502" y="11775"/>
                  </a:cubicBezTo>
                  <a:cubicBezTo>
                    <a:pt x="17302" y="8073"/>
                    <a:pt x="17235" y="5471"/>
                    <a:pt x="14900" y="3503"/>
                  </a:cubicBezTo>
                  <a:cubicBezTo>
                    <a:pt x="12532" y="1568"/>
                    <a:pt x="7428" y="100"/>
                    <a:pt x="2058" y="0"/>
                  </a:cubicBezTo>
                  <a:cubicBezTo>
                    <a:pt x="2050" y="0"/>
                    <a:pt x="2043" y="0"/>
                    <a:pt x="2036" y="0"/>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6"/>
            <p:cNvSpPr/>
            <p:nvPr/>
          </p:nvSpPr>
          <p:spPr>
            <a:xfrm>
              <a:off x="5208900" y="3218575"/>
              <a:ext cx="716250" cy="468700"/>
            </a:xfrm>
            <a:custGeom>
              <a:avLst/>
              <a:gdLst/>
              <a:ahLst/>
              <a:cxnLst/>
              <a:rect l="l" t="t" r="r" b="b"/>
              <a:pathLst>
                <a:path w="28650" h="18748" extrusionOk="0">
                  <a:moveTo>
                    <a:pt x="25310" y="1"/>
                  </a:moveTo>
                  <a:cubicBezTo>
                    <a:pt x="25301" y="1"/>
                    <a:pt x="25293" y="1"/>
                    <a:pt x="25285" y="1"/>
                  </a:cubicBezTo>
                  <a:cubicBezTo>
                    <a:pt x="16645" y="101"/>
                    <a:pt x="8406" y="2369"/>
                    <a:pt x="4537" y="5471"/>
                  </a:cubicBezTo>
                  <a:cubicBezTo>
                    <a:pt x="701" y="8573"/>
                    <a:pt x="500" y="12776"/>
                    <a:pt x="0" y="18747"/>
                  </a:cubicBezTo>
                  <a:cubicBezTo>
                    <a:pt x="1401" y="15879"/>
                    <a:pt x="7239" y="12143"/>
                    <a:pt x="12876" y="9941"/>
                  </a:cubicBezTo>
                  <a:cubicBezTo>
                    <a:pt x="20995" y="6780"/>
                    <a:pt x="28650" y="1"/>
                    <a:pt x="25310" y="1"/>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6"/>
            <p:cNvSpPr/>
            <p:nvPr/>
          </p:nvSpPr>
          <p:spPr>
            <a:xfrm>
              <a:off x="5207225" y="2963725"/>
              <a:ext cx="472650" cy="395825"/>
            </a:xfrm>
            <a:custGeom>
              <a:avLst/>
              <a:gdLst/>
              <a:ahLst/>
              <a:cxnLst/>
              <a:rect l="l" t="t" r="r" b="b"/>
              <a:pathLst>
                <a:path w="18906" h="15833" extrusionOk="0">
                  <a:moveTo>
                    <a:pt x="17021" y="0"/>
                  </a:moveTo>
                  <a:cubicBezTo>
                    <a:pt x="16948" y="0"/>
                    <a:pt x="16867" y="7"/>
                    <a:pt x="16779" y="21"/>
                  </a:cubicBezTo>
                  <a:cubicBezTo>
                    <a:pt x="10708" y="921"/>
                    <a:pt x="5037" y="3323"/>
                    <a:pt x="2536" y="5925"/>
                  </a:cubicBezTo>
                  <a:cubicBezTo>
                    <a:pt x="0" y="8493"/>
                    <a:pt x="67" y="11529"/>
                    <a:pt x="67" y="15832"/>
                  </a:cubicBezTo>
                  <a:cubicBezTo>
                    <a:pt x="901" y="13630"/>
                    <a:pt x="4770" y="10261"/>
                    <a:pt x="8640" y="8227"/>
                  </a:cubicBezTo>
                  <a:cubicBezTo>
                    <a:pt x="15705" y="4469"/>
                    <a:pt x="18906" y="0"/>
                    <a:pt x="17021" y="0"/>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6"/>
            <p:cNvSpPr/>
            <p:nvPr/>
          </p:nvSpPr>
          <p:spPr>
            <a:xfrm>
              <a:off x="5037925" y="3913250"/>
              <a:ext cx="394475" cy="311075"/>
            </a:xfrm>
            <a:custGeom>
              <a:avLst/>
              <a:gdLst/>
              <a:ahLst/>
              <a:cxnLst/>
              <a:rect l="l" t="t" r="r" b="b"/>
              <a:pathLst>
                <a:path w="15779" h="12443" extrusionOk="0">
                  <a:moveTo>
                    <a:pt x="1" y="0"/>
                  </a:moveTo>
                  <a:lnTo>
                    <a:pt x="601" y="11942"/>
                  </a:lnTo>
                  <a:cubicBezTo>
                    <a:pt x="601" y="12209"/>
                    <a:pt x="868" y="12442"/>
                    <a:pt x="1135" y="12442"/>
                  </a:cubicBezTo>
                  <a:lnTo>
                    <a:pt x="14611" y="12442"/>
                  </a:lnTo>
                  <a:cubicBezTo>
                    <a:pt x="14912" y="12442"/>
                    <a:pt x="15145" y="12209"/>
                    <a:pt x="15145" y="11942"/>
                  </a:cubicBezTo>
                  <a:lnTo>
                    <a:pt x="15779" y="0"/>
                  </a:ln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6"/>
            <p:cNvSpPr/>
            <p:nvPr/>
          </p:nvSpPr>
          <p:spPr>
            <a:xfrm>
              <a:off x="4999575" y="3861550"/>
              <a:ext cx="471200" cy="115100"/>
            </a:xfrm>
            <a:custGeom>
              <a:avLst/>
              <a:gdLst/>
              <a:ahLst/>
              <a:cxnLst/>
              <a:rect l="l" t="t" r="r" b="b"/>
              <a:pathLst>
                <a:path w="18848" h="4604" extrusionOk="0">
                  <a:moveTo>
                    <a:pt x="0" y="0"/>
                  </a:moveTo>
                  <a:lnTo>
                    <a:pt x="501" y="4603"/>
                  </a:lnTo>
                  <a:lnTo>
                    <a:pt x="18314" y="4603"/>
                  </a:lnTo>
                  <a:lnTo>
                    <a:pt x="18847" y="0"/>
                  </a:ln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6"/>
            <p:cNvSpPr/>
            <p:nvPr/>
          </p:nvSpPr>
          <p:spPr>
            <a:xfrm>
              <a:off x="1774775" y="4562875"/>
              <a:ext cx="4042900" cy="236025"/>
            </a:xfrm>
            <a:custGeom>
              <a:avLst/>
              <a:gdLst/>
              <a:ahLst/>
              <a:cxnLst/>
              <a:rect l="l" t="t" r="r" b="b"/>
              <a:pathLst>
                <a:path w="161716" h="9441" extrusionOk="0">
                  <a:moveTo>
                    <a:pt x="80858" y="1"/>
                  </a:moveTo>
                  <a:cubicBezTo>
                    <a:pt x="36193" y="1"/>
                    <a:pt x="0" y="2135"/>
                    <a:pt x="0" y="4737"/>
                  </a:cubicBezTo>
                  <a:cubicBezTo>
                    <a:pt x="0" y="7339"/>
                    <a:pt x="36193" y="9441"/>
                    <a:pt x="80858" y="9441"/>
                  </a:cubicBezTo>
                  <a:cubicBezTo>
                    <a:pt x="125523" y="9441"/>
                    <a:pt x="161716" y="7339"/>
                    <a:pt x="161716" y="4737"/>
                  </a:cubicBezTo>
                  <a:cubicBezTo>
                    <a:pt x="161716" y="2135"/>
                    <a:pt x="125523" y="1"/>
                    <a:pt x="80858"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6"/>
            <p:cNvSpPr/>
            <p:nvPr/>
          </p:nvSpPr>
          <p:spPr>
            <a:xfrm>
              <a:off x="5155525" y="1032850"/>
              <a:ext cx="20025" cy="60075"/>
            </a:xfrm>
            <a:custGeom>
              <a:avLst/>
              <a:gdLst/>
              <a:ahLst/>
              <a:cxnLst/>
              <a:rect l="l" t="t" r="r" b="b"/>
              <a:pathLst>
                <a:path w="801" h="2403" extrusionOk="0">
                  <a:moveTo>
                    <a:pt x="367" y="0"/>
                  </a:moveTo>
                  <a:cubicBezTo>
                    <a:pt x="367" y="768"/>
                    <a:pt x="267" y="1535"/>
                    <a:pt x="0" y="2269"/>
                  </a:cubicBezTo>
                  <a:lnTo>
                    <a:pt x="401" y="2402"/>
                  </a:lnTo>
                  <a:cubicBezTo>
                    <a:pt x="667" y="1635"/>
                    <a:pt x="801" y="801"/>
                    <a:pt x="801"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6"/>
            <p:cNvSpPr/>
            <p:nvPr/>
          </p:nvSpPr>
          <p:spPr>
            <a:xfrm>
              <a:off x="5043775" y="850225"/>
              <a:ext cx="123450" cy="130100"/>
            </a:xfrm>
            <a:custGeom>
              <a:avLst/>
              <a:gdLst/>
              <a:ahLst/>
              <a:cxnLst/>
              <a:rect l="l" t="t" r="r" b="b"/>
              <a:pathLst>
                <a:path w="4938" h="5204" extrusionOk="0">
                  <a:moveTo>
                    <a:pt x="134" y="0"/>
                  </a:moveTo>
                  <a:lnTo>
                    <a:pt x="0" y="400"/>
                  </a:lnTo>
                  <a:cubicBezTo>
                    <a:pt x="2169" y="1168"/>
                    <a:pt x="3870" y="2969"/>
                    <a:pt x="4537" y="5204"/>
                  </a:cubicBezTo>
                  <a:lnTo>
                    <a:pt x="4937" y="5070"/>
                  </a:lnTo>
                  <a:cubicBezTo>
                    <a:pt x="4237" y="2702"/>
                    <a:pt x="2435" y="834"/>
                    <a:pt x="13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6"/>
            <p:cNvSpPr/>
            <p:nvPr/>
          </p:nvSpPr>
          <p:spPr>
            <a:xfrm>
              <a:off x="4786100" y="874600"/>
              <a:ext cx="352775" cy="347575"/>
            </a:xfrm>
            <a:custGeom>
              <a:avLst/>
              <a:gdLst/>
              <a:ahLst/>
              <a:cxnLst/>
              <a:rect l="l" t="t" r="r" b="b"/>
              <a:pathLst>
                <a:path w="14111" h="13903" extrusionOk="0">
                  <a:moveTo>
                    <a:pt x="7794" y="0"/>
                  </a:moveTo>
                  <a:cubicBezTo>
                    <a:pt x="6570" y="0"/>
                    <a:pt x="5313" y="362"/>
                    <a:pt x="4170" y="1160"/>
                  </a:cubicBezTo>
                  <a:cubicBezTo>
                    <a:pt x="0" y="4095"/>
                    <a:pt x="867" y="10533"/>
                    <a:pt x="5671" y="12235"/>
                  </a:cubicBezTo>
                  <a:lnTo>
                    <a:pt x="10007" y="13903"/>
                  </a:lnTo>
                  <a:lnTo>
                    <a:pt x="9207" y="12502"/>
                  </a:lnTo>
                  <a:cubicBezTo>
                    <a:pt x="12075" y="11834"/>
                    <a:pt x="14110" y="9266"/>
                    <a:pt x="14110" y="6330"/>
                  </a:cubicBezTo>
                  <a:cubicBezTo>
                    <a:pt x="14110" y="2591"/>
                    <a:pt x="11069" y="0"/>
                    <a:pt x="779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6"/>
            <p:cNvSpPr/>
            <p:nvPr/>
          </p:nvSpPr>
          <p:spPr>
            <a:xfrm>
              <a:off x="4737725" y="1017650"/>
              <a:ext cx="258550" cy="255400"/>
            </a:xfrm>
            <a:custGeom>
              <a:avLst/>
              <a:gdLst/>
              <a:ahLst/>
              <a:cxnLst/>
              <a:rect l="l" t="t" r="r" b="b"/>
              <a:pathLst>
                <a:path w="10342" h="10216" extrusionOk="0">
                  <a:moveTo>
                    <a:pt x="4647" y="1"/>
                  </a:moveTo>
                  <a:cubicBezTo>
                    <a:pt x="2251" y="1"/>
                    <a:pt x="0" y="1897"/>
                    <a:pt x="0" y="4645"/>
                  </a:cubicBezTo>
                  <a:cubicBezTo>
                    <a:pt x="0" y="6780"/>
                    <a:pt x="1501" y="8648"/>
                    <a:pt x="3636" y="9148"/>
                  </a:cubicBezTo>
                  <a:lnTo>
                    <a:pt x="3002" y="10215"/>
                  </a:lnTo>
                  <a:lnTo>
                    <a:pt x="6205" y="8981"/>
                  </a:lnTo>
                  <a:cubicBezTo>
                    <a:pt x="9707" y="7714"/>
                    <a:pt x="10341" y="3010"/>
                    <a:pt x="7272" y="842"/>
                  </a:cubicBezTo>
                  <a:cubicBezTo>
                    <a:pt x="6449" y="263"/>
                    <a:pt x="5538" y="1"/>
                    <a:pt x="464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6"/>
            <p:cNvSpPr/>
            <p:nvPr/>
          </p:nvSpPr>
          <p:spPr>
            <a:xfrm>
              <a:off x="5134675" y="1472325"/>
              <a:ext cx="371125" cy="376975"/>
            </a:xfrm>
            <a:custGeom>
              <a:avLst/>
              <a:gdLst/>
              <a:ahLst/>
              <a:cxnLst/>
              <a:rect l="l" t="t" r="r" b="b"/>
              <a:pathLst>
                <a:path w="14845" h="15079" extrusionOk="0">
                  <a:moveTo>
                    <a:pt x="8707" y="1"/>
                  </a:moveTo>
                  <a:cubicBezTo>
                    <a:pt x="7072" y="1420"/>
                    <a:pt x="3782" y="2525"/>
                    <a:pt x="1608" y="2525"/>
                  </a:cubicBezTo>
                  <a:cubicBezTo>
                    <a:pt x="1431" y="2525"/>
                    <a:pt x="1262" y="2518"/>
                    <a:pt x="1101" y="2502"/>
                  </a:cubicBezTo>
                  <a:lnTo>
                    <a:pt x="1101" y="2502"/>
                  </a:lnTo>
                  <a:cubicBezTo>
                    <a:pt x="0" y="9507"/>
                    <a:pt x="5871" y="15078"/>
                    <a:pt x="5871" y="15078"/>
                  </a:cubicBezTo>
                  <a:cubicBezTo>
                    <a:pt x="5871" y="15078"/>
                    <a:pt x="13343" y="12009"/>
                    <a:pt x="14844" y="5104"/>
                  </a:cubicBezTo>
                  <a:cubicBezTo>
                    <a:pt x="12809" y="4504"/>
                    <a:pt x="9774" y="2069"/>
                    <a:pt x="870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6"/>
            <p:cNvSpPr/>
            <p:nvPr/>
          </p:nvSpPr>
          <p:spPr>
            <a:xfrm>
              <a:off x="5177200" y="1509850"/>
              <a:ext cx="297750" cy="307750"/>
            </a:xfrm>
            <a:custGeom>
              <a:avLst/>
              <a:gdLst/>
              <a:ahLst/>
              <a:cxnLst/>
              <a:rect l="l" t="t" r="r" b="b"/>
              <a:pathLst>
                <a:path w="11910" h="12310" extrusionOk="0">
                  <a:moveTo>
                    <a:pt x="6705" y="1"/>
                  </a:moveTo>
                  <a:cubicBezTo>
                    <a:pt x="4771" y="1168"/>
                    <a:pt x="2569" y="1869"/>
                    <a:pt x="334" y="2036"/>
                  </a:cubicBezTo>
                  <a:cubicBezTo>
                    <a:pt x="1" y="6872"/>
                    <a:pt x="3169" y="10942"/>
                    <a:pt x="4404" y="12310"/>
                  </a:cubicBezTo>
                  <a:cubicBezTo>
                    <a:pt x="6072" y="11476"/>
                    <a:pt x="10475" y="8840"/>
                    <a:pt x="11909" y="4237"/>
                  </a:cubicBezTo>
                  <a:cubicBezTo>
                    <a:pt x="9874" y="3236"/>
                    <a:pt x="8106" y="1802"/>
                    <a:pt x="67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6"/>
            <p:cNvSpPr/>
            <p:nvPr/>
          </p:nvSpPr>
          <p:spPr>
            <a:xfrm>
              <a:off x="3405925" y="842700"/>
              <a:ext cx="331100" cy="151800"/>
            </a:xfrm>
            <a:custGeom>
              <a:avLst/>
              <a:gdLst/>
              <a:ahLst/>
              <a:cxnLst/>
              <a:rect l="l" t="t" r="r" b="b"/>
              <a:pathLst>
                <a:path w="13244" h="6072" extrusionOk="0">
                  <a:moveTo>
                    <a:pt x="5705" y="1"/>
                  </a:moveTo>
                  <a:lnTo>
                    <a:pt x="1" y="6072"/>
                  </a:lnTo>
                  <a:lnTo>
                    <a:pt x="13244" y="3470"/>
                  </a:lnTo>
                  <a:lnTo>
                    <a:pt x="5705"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6"/>
            <p:cNvSpPr/>
            <p:nvPr/>
          </p:nvSpPr>
          <p:spPr>
            <a:xfrm>
              <a:off x="3380925" y="929050"/>
              <a:ext cx="427825" cy="304350"/>
            </a:xfrm>
            <a:custGeom>
              <a:avLst/>
              <a:gdLst/>
              <a:ahLst/>
              <a:cxnLst/>
              <a:rect l="l" t="t" r="r" b="b"/>
              <a:pathLst>
                <a:path w="17113" h="12174" extrusionOk="0">
                  <a:moveTo>
                    <a:pt x="14437" y="1"/>
                  </a:moveTo>
                  <a:cubicBezTo>
                    <a:pt x="14374" y="1"/>
                    <a:pt x="14309" y="6"/>
                    <a:pt x="14244" y="16"/>
                  </a:cubicBezTo>
                  <a:lnTo>
                    <a:pt x="1001" y="2618"/>
                  </a:lnTo>
                  <a:cubicBezTo>
                    <a:pt x="401" y="2718"/>
                    <a:pt x="0" y="3318"/>
                    <a:pt x="100" y="3919"/>
                  </a:cubicBezTo>
                  <a:lnTo>
                    <a:pt x="1535" y="11258"/>
                  </a:lnTo>
                  <a:cubicBezTo>
                    <a:pt x="1654" y="11796"/>
                    <a:pt x="2123" y="12173"/>
                    <a:pt x="2675" y="12173"/>
                  </a:cubicBezTo>
                  <a:cubicBezTo>
                    <a:pt x="2739" y="12173"/>
                    <a:pt x="2804" y="12168"/>
                    <a:pt x="2869" y="12158"/>
                  </a:cubicBezTo>
                  <a:lnTo>
                    <a:pt x="16112" y="9556"/>
                  </a:lnTo>
                  <a:cubicBezTo>
                    <a:pt x="16712" y="9456"/>
                    <a:pt x="17112" y="8856"/>
                    <a:pt x="17012" y="8255"/>
                  </a:cubicBezTo>
                  <a:lnTo>
                    <a:pt x="15578" y="917"/>
                  </a:lnTo>
                  <a:cubicBezTo>
                    <a:pt x="15458" y="378"/>
                    <a:pt x="14990" y="1"/>
                    <a:pt x="1443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6"/>
            <p:cNvSpPr/>
            <p:nvPr/>
          </p:nvSpPr>
          <p:spPr>
            <a:xfrm>
              <a:off x="3405925" y="929450"/>
              <a:ext cx="331100" cy="151800"/>
            </a:xfrm>
            <a:custGeom>
              <a:avLst/>
              <a:gdLst/>
              <a:ahLst/>
              <a:cxnLst/>
              <a:rect l="l" t="t" r="r" b="b"/>
              <a:pathLst>
                <a:path w="13244" h="6072" extrusionOk="0">
                  <a:moveTo>
                    <a:pt x="13244" y="0"/>
                  </a:moveTo>
                  <a:lnTo>
                    <a:pt x="1" y="2602"/>
                  </a:lnTo>
                  <a:lnTo>
                    <a:pt x="7573" y="6071"/>
                  </a:lnTo>
                  <a:lnTo>
                    <a:pt x="13244" y="0"/>
                  </a:lnTo>
                  <a:close/>
                </a:path>
              </a:pathLst>
            </a:custGeom>
            <a:solidFill>
              <a:srgbClr val="2F9C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6"/>
            <p:cNvSpPr/>
            <p:nvPr/>
          </p:nvSpPr>
          <p:spPr>
            <a:xfrm>
              <a:off x="3409275" y="796850"/>
              <a:ext cx="296900" cy="284400"/>
            </a:xfrm>
            <a:custGeom>
              <a:avLst/>
              <a:gdLst/>
              <a:ahLst/>
              <a:cxnLst/>
              <a:rect l="l" t="t" r="r" b="b"/>
              <a:pathLst>
                <a:path w="11876" h="11376" extrusionOk="0">
                  <a:moveTo>
                    <a:pt x="9607" y="0"/>
                  </a:moveTo>
                  <a:lnTo>
                    <a:pt x="0" y="3269"/>
                  </a:lnTo>
                  <a:lnTo>
                    <a:pt x="1902" y="8840"/>
                  </a:lnTo>
                  <a:lnTo>
                    <a:pt x="7439" y="11375"/>
                  </a:lnTo>
                  <a:lnTo>
                    <a:pt x="11876" y="6638"/>
                  </a:lnTo>
                  <a:lnTo>
                    <a:pt x="9607"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6"/>
            <p:cNvSpPr/>
            <p:nvPr/>
          </p:nvSpPr>
          <p:spPr>
            <a:xfrm>
              <a:off x="3409275" y="796850"/>
              <a:ext cx="296900" cy="284400"/>
            </a:xfrm>
            <a:custGeom>
              <a:avLst/>
              <a:gdLst/>
              <a:ahLst/>
              <a:cxnLst/>
              <a:rect l="l" t="t" r="r" b="b"/>
              <a:pathLst>
                <a:path w="11876" h="11376" extrusionOk="0">
                  <a:moveTo>
                    <a:pt x="9607" y="0"/>
                  </a:moveTo>
                  <a:lnTo>
                    <a:pt x="0" y="3269"/>
                  </a:lnTo>
                  <a:lnTo>
                    <a:pt x="1902" y="8840"/>
                  </a:lnTo>
                  <a:lnTo>
                    <a:pt x="7439" y="11375"/>
                  </a:lnTo>
                  <a:lnTo>
                    <a:pt x="11876" y="6638"/>
                  </a:lnTo>
                  <a:lnTo>
                    <a:pt x="960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6"/>
            <p:cNvSpPr/>
            <p:nvPr/>
          </p:nvSpPr>
          <p:spPr>
            <a:xfrm>
              <a:off x="3149075" y="1414800"/>
              <a:ext cx="253550" cy="252700"/>
            </a:xfrm>
            <a:custGeom>
              <a:avLst/>
              <a:gdLst/>
              <a:ahLst/>
              <a:cxnLst/>
              <a:rect l="l" t="t" r="r" b="b"/>
              <a:pathLst>
                <a:path w="10142" h="10108" extrusionOk="0">
                  <a:moveTo>
                    <a:pt x="5063" y="2982"/>
                  </a:moveTo>
                  <a:cubicBezTo>
                    <a:pt x="5924" y="2982"/>
                    <a:pt x="6780" y="3500"/>
                    <a:pt x="7073" y="4470"/>
                  </a:cubicBezTo>
                  <a:cubicBezTo>
                    <a:pt x="7406" y="5604"/>
                    <a:pt x="6739" y="6738"/>
                    <a:pt x="5638" y="7072"/>
                  </a:cubicBezTo>
                  <a:cubicBezTo>
                    <a:pt x="5442" y="7127"/>
                    <a:pt x="5248" y="7153"/>
                    <a:pt x="5061" y="7153"/>
                  </a:cubicBezTo>
                  <a:cubicBezTo>
                    <a:pt x="3559" y="7153"/>
                    <a:pt x="2436" y="5493"/>
                    <a:pt x="3237" y="4070"/>
                  </a:cubicBezTo>
                  <a:cubicBezTo>
                    <a:pt x="3643" y="3332"/>
                    <a:pt x="4355" y="2982"/>
                    <a:pt x="5063" y="2982"/>
                  </a:cubicBezTo>
                  <a:close/>
                  <a:moveTo>
                    <a:pt x="4704" y="0"/>
                  </a:moveTo>
                  <a:lnTo>
                    <a:pt x="2703" y="567"/>
                  </a:lnTo>
                  <a:lnTo>
                    <a:pt x="2636" y="1334"/>
                  </a:lnTo>
                  <a:cubicBezTo>
                    <a:pt x="2403" y="1501"/>
                    <a:pt x="2169" y="1668"/>
                    <a:pt x="1969" y="1868"/>
                  </a:cubicBezTo>
                  <a:lnTo>
                    <a:pt x="1235" y="1735"/>
                  </a:lnTo>
                  <a:lnTo>
                    <a:pt x="234" y="3603"/>
                  </a:lnTo>
                  <a:lnTo>
                    <a:pt x="735" y="4136"/>
                  </a:lnTo>
                  <a:cubicBezTo>
                    <a:pt x="668" y="4437"/>
                    <a:pt x="635" y="4703"/>
                    <a:pt x="635" y="5004"/>
                  </a:cubicBezTo>
                  <a:lnTo>
                    <a:pt x="1" y="5437"/>
                  </a:lnTo>
                  <a:lnTo>
                    <a:pt x="601" y="7439"/>
                  </a:lnTo>
                  <a:lnTo>
                    <a:pt x="1335" y="7472"/>
                  </a:lnTo>
                  <a:cubicBezTo>
                    <a:pt x="1502" y="7739"/>
                    <a:pt x="1669" y="7939"/>
                    <a:pt x="1869" y="8173"/>
                  </a:cubicBezTo>
                  <a:lnTo>
                    <a:pt x="1769" y="8906"/>
                  </a:lnTo>
                  <a:lnTo>
                    <a:pt x="3604" y="9907"/>
                  </a:lnTo>
                  <a:lnTo>
                    <a:pt x="4137" y="9407"/>
                  </a:lnTo>
                  <a:cubicBezTo>
                    <a:pt x="4437" y="9473"/>
                    <a:pt x="4738" y="9507"/>
                    <a:pt x="5005" y="9507"/>
                  </a:cubicBezTo>
                  <a:lnTo>
                    <a:pt x="5438" y="10107"/>
                  </a:lnTo>
                  <a:lnTo>
                    <a:pt x="7440" y="9540"/>
                  </a:lnTo>
                  <a:lnTo>
                    <a:pt x="7473" y="8773"/>
                  </a:lnTo>
                  <a:cubicBezTo>
                    <a:pt x="7740" y="8606"/>
                    <a:pt x="7973" y="8439"/>
                    <a:pt x="8173" y="8239"/>
                  </a:cubicBezTo>
                  <a:lnTo>
                    <a:pt x="8907" y="8373"/>
                  </a:lnTo>
                  <a:lnTo>
                    <a:pt x="9908" y="6538"/>
                  </a:lnTo>
                  <a:lnTo>
                    <a:pt x="9408" y="5971"/>
                  </a:lnTo>
                  <a:cubicBezTo>
                    <a:pt x="9474" y="5704"/>
                    <a:pt x="9508" y="5404"/>
                    <a:pt x="9508" y="5137"/>
                  </a:cubicBezTo>
                  <a:lnTo>
                    <a:pt x="10142" y="4703"/>
                  </a:lnTo>
                  <a:lnTo>
                    <a:pt x="9541" y="2669"/>
                  </a:lnTo>
                  <a:lnTo>
                    <a:pt x="8807" y="2635"/>
                  </a:lnTo>
                  <a:cubicBezTo>
                    <a:pt x="8640" y="2402"/>
                    <a:pt x="8474" y="2168"/>
                    <a:pt x="8274" y="1968"/>
                  </a:cubicBezTo>
                  <a:lnTo>
                    <a:pt x="8374" y="1234"/>
                  </a:lnTo>
                  <a:lnTo>
                    <a:pt x="6539" y="200"/>
                  </a:lnTo>
                  <a:lnTo>
                    <a:pt x="5972" y="701"/>
                  </a:lnTo>
                  <a:cubicBezTo>
                    <a:pt x="5705" y="634"/>
                    <a:pt x="5405" y="600"/>
                    <a:pt x="5138" y="600"/>
                  </a:cubicBezTo>
                  <a:lnTo>
                    <a:pt x="4704"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6"/>
            <p:cNvSpPr/>
            <p:nvPr/>
          </p:nvSpPr>
          <p:spPr>
            <a:xfrm>
              <a:off x="2994800" y="1413950"/>
              <a:ext cx="155150" cy="155150"/>
            </a:xfrm>
            <a:custGeom>
              <a:avLst/>
              <a:gdLst/>
              <a:ahLst/>
              <a:cxnLst/>
              <a:rect l="l" t="t" r="r" b="b"/>
              <a:pathLst>
                <a:path w="6206" h="6206" extrusionOk="0">
                  <a:moveTo>
                    <a:pt x="3106" y="995"/>
                  </a:moveTo>
                  <a:cubicBezTo>
                    <a:pt x="3975" y="995"/>
                    <a:pt x="4842" y="1524"/>
                    <a:pt x="5138" y="2502"/>
                  </a:cubicBezTo>
                  <a:cubicBezTo>
                    <a:pt x="5438" y="3603"/>
                    <a:pt x="4804" y="4771"/>
                    <a:pt x="3704" y="5104"/>
                  </a:cubicBezTo>
                  <a:cubicBezTo>
                    <a:pt x="3504" y="5160"/>
                    <a:pt x="3307" y="5186"/>
                    <a:pt x="3118" y="5186"/>
                  </a:cubicBezTo>
                  <a:cubicBezTo>
                    <a:pt x="1599" y="5186"/>
                    <a:pt x="501" y="3522"/>
                    <a:pt x="1302" y="2069"/>
                  </a:cubicBezTo>
                  <a:cubicBezTo>
                    <a:pt x="1704" y="1339"/>
                    <a:pt x="2405" y="995"/>
                    <a:pt x="3106" y="995"/>
                  </a:cubicBezTo>
                  <a:close/>
                  <a:moveTo>
                    <a:pt x="2903" y="1"/>
                  </a:moveTo>
                  <a:lnTo>
                    <a:pt x="1635" y="334"/>
                  </a:lnTo>
                  <a:lnTo>
                    <a:pt x="1602" y="801"/>
                  </a:lnTo>
                  <a:cubicBezTo>
                    <a:pt x="1469" y="901"/>
                    <a:pt x="1335" y="1001"/>
                    <a:pt x="1202" y="1135"/>
                  </a:cubicBezTo>
                  <a:lnTo>
                    <a:pt x="735" y="1068"/>
                  </a:lnTo>
                  <a:lnTo>
                    <a:pt x="134" y="2202"/>
                  </a:lnTo>
                  <a:lnTo>
                    <a:pt x="435" y="2536"/>
                  </a:lnTo>
                  <a:cubicBezTo>
                    <a:pt x="401" y="2703"/>
                    <a:pt x="368" y="2869"/>
                    <a:pt x="368" y="3070"/>
                  </a:cubicBezTo>
                  <a:lnTo>
                    <a:pt x="1" y="3303"/>
                  </a:lnTo>
                  <a:lnTo>
                    <a:pt x="368" y="4571"/>
                  </a:lnTo>
                  <a:lnTo>
                    <a:pt x="801" y="4604"/>
                  </a:lnTo>
                  <a:cubicBezTo>
                    <a:pt x="902" y="4737"/>
                    <a:pt x="1035" y="4871"/>
                    <a:pt x="1135" y="5004"/>
                  </a:cubicBezTo>
                  <a:lnTo>
                    <a:pt x="1068" y="5471"/>
                  </a:lnTo>
                  <a:lnTo>
                    <a:pt x="2202" y="6072"/>
                  </a:lnTo>
                  <a:lnTo>
                    <a:pt x="2536" y="5771"/>
                  </a:lnTo>
                  <a:cubicBezTo>
                    <a:pt x="2703" y="5805"/>
                    <a:pt x="2870" y="5838"/>
                    <a:pt x="3070" y="5838"/>
                  </a:cubicBezTo>
                  <a:lnTo>
                    <a:pt x="3337" y="6205"/>
                  </a:lnTo>
                  <a:lnTo>
                    <a:pt x="4571" y="5838"/>
                  </a:lnTo>
                  <a:lnTo>
                    <a:pt x="4604" y="5405"/>
                  </a:lnTo>
                  <a:cubicBezTo>
                    <a:pt x="4738" y="5304"/>
                    <a:pt x="4904" y="5204"/>
                    <a:pt x="5004" y="5071"/>
                  </a:cubicBezTo>
                  <a:lnTo>
                    <a:pt x="5471" y="5138"/>
                  </a:lnTo>
                  <a:lnTo>
                    <a:pt x="6105" y="4004"/>
                  </a:lnTo>
                  <a:lnTo>
                    <a:pt x="5772" y="3670"/>
                  </a:lnTo>
                  <a:cubicBezTo>
                    <a:pt x="5805" y="3503"/>
                    <a:pt x="5838" y="3336"/>
                    <a:pt x="5838" y="3136"/>
                  </a:cubicBezTo>
                  <a:lnTo>
                    <a:pt x="6205" y="2869"/>
                  </a:lnTo>
                  <a:lnTo>
                    <a:pt x="5872" y="1635"/>
                  </a:lnTo>
                  <a:lnTo>
                    <a:pt x="5405" y="1602"/>
                  </a:lnTo>
                  <a:cubicBezTo>
                    <a:pt x="5305" y="1468"/>
                    <a:pt x="5205" y="1335"/>
                    <a:pt x="5071" y="1202"/>
                  </a:cubicBezTo>
                  <a:lnTo>
                    <a:pt x="5138" y="735"/>
                  </a:lnTo>
                  <a:lnTo>
                    <a:pt x="4037" y="134"/>
                  </a:lnTo>
                  <a:lnTo>
                    <a:pt x="3670" y="434"/>
                  </a:lnTo>
                  <a:cubicBezTo>
                    <a:pt x="3503" y="401"/>
                    <a:pt x="3337" y="368"/>
                    <a:pt x="3170" y="368"/>
                  </a:cubicBezTo>
                  <a:lnTo>
                    <a:pt x="290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6"/>
            <p:cNvSpPr/>
            <p:nvPr/>
          </p:nvSpPr>
          <p:spPr>
            <a:xfrm>
              <a:off x="4153975" y="1241350"/>
              <a:ext cx="150575" cy="177925"/>
            </a:xfrm>
            <a:custGeom>
              <a:avLst/>
              <a:gdLst/>
              <a:ahLst/>
              <a:cxnLst/>
              <a:rect l="l" t="t" r="r" b="b"/>
              <a:pathLst>
                <a:path w="6023" h="7117" extrusionOk="0">
                  <a:moveTo>
                    <a:pt x="3311" y="0"/>
                  </a:moveTo>
                  <a:cubicBezTo>
                    <a:pt x="1852" y="0"/>
                    <a:pt x="1239" y="1108"/>
                    <a:pt x="1268" y="2602"/>
                  </a:cubicBezTo>
                  <a:cubicBezTo>
                    <a:pt x="1335" y="4303"/>
                    <a:pt x="0" y="6771"/>
                    <a:pt x="1702" y="7105"/>
                  </a:cubicBezTo>
                  <a:cubicBezTo>
                    <a:pt x="1741" y="7113"/>
                    <a:pt x="1781" y="7116"/>
                    <a:pt x="1822" y="7116"/>
                  </a:cubicBezTo>
                  <a:cubicBezTo>
                    <a:pt x="3524" y="7116"/>
                    <a:pt x="6022" y="425"/>
                    <a:pt x="3970" y="66"/>
                  </a:cubicBezTo>
                  <a:cubicBezTo>
                    <a:pt x="3734" y="22"/>
                    <a:pt x="3514" y="0"/>
                    <a:pt x="331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6"/>
            <p:cNvSpPr/>
            <p:nvPr/>
          </p:nvSpPr>
          <p:spPr>
            <a:xfrm>
              <a:off x="3681125" y="2469700"/>
              <a:ext cx="648825" cy="1984800"/>
            </a:xfrm>
            <a:custGeom>
              <a:avLst/>
              <a:gdLst/>
              <a:ahLst/>
              <a:cxnLst/>
              <a:rect l="l" t="t" r="r" b="b"/>
              <a:pathLst>
                <a:path w="25953" h="79392" extrusionOk="0">
                  <a:moveTo>
                    <a:pt x="10075" y="1"/>
                  </a:moveTo>
                  <a:cubicBezTo>
                    <a:pt x="10075" y="1"/>
                    <a:pt x="7640" y="27187"/>
                    <a:pt x="6272" y="38762"/>
                  </a:cubicBezTo>
                  <a:cubicBezTo>
                    <a:pt x="4838" y="50771"/>
                    <a:pt x="1" y="77423"/>
                    <a:pt x="1" y="77423"/>
                  </a:cubicBezTo>
                  <a:lnTo>
                    <a:pt x="6972" y="79391"/>
                  </a:lnTo>
                  <a:cubicBezTo>
                    <a:pt x="6972" y="79391"/>
                    <a:pt x="14778" y="53272"/>
                    <a:pt x="15779" y="38328"/>
                  </a:cubicBezTo>
                  <a:cubicBezTo>
                    <a:pt x="21550" y="21783"/>
                    <a:pt x="25953" y="234"/>
                    <a:pt x="25953" y="234"/>
                  </a:cubicBezTo>
                  <a:lnTo>
                    <a:pt x="1007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6"/>
            <p:cNvSpPr/>
            <p:nvPr/>
          </p:nvSpPr>
          <p:spPr>
            <a:xfrm>
              <a:off x="4124775" y="2774925"/>
              <a:ext cx="100100" cy="501225"/>
            </a:xfrm>
            <a:custGeom>
              <a:avLst/>
              <a:gdLst/>
              <a:ahLst/>
              <a:cxnLst/>
              <a:rect l="l" t="t" r="r" b="b"/>
              <a:pathLst>
                <a:path w="4004" h="20049" extrusionOk="0">
                  <a:moveTo>
                    <a:pt x="1035" y="1"/>
                  </a:moveTo>
                  <a:cubicBezTo>
                    <a:pt x="1035" y="1"/>
                    <a:pt x="568" y="12710"/>
                    <a:pt x="1" y="20048"/>
                  </a:cubicBezTo>
                  <a:cubicBezTo>
                    <a:pt x="1502" y="15278"/>
                    <a:pt x="2836" y="10375"/>
                    <a:pt x="4004" y="5872"/>
                  </a:cubicBezTo>
                  <a:lnTo>
                    <a:pt x="1035" y="1"/>
                  </a:lnTo>
                  <a:close/>
                </a:path>
              </a:pathLst>
            </a:custGeom>
            <a:solidFill>
              <a:srgbClr val="1C24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6"/>
            <p:cNvSpPr/>
            <p:nvPr/>
          </p:nvSpPr>
          <p:spPr>
            <a:xfrm>
              <a:off x="3484325" y="4394425"/>
              <a:ext cx="365275" cy="287475"/>
            </a:xfrm>
            <a:custGeom>
              <a:avLst/>
              <a:gdLst/>
              <a:ahLst/>
              <a:cxnLst/>
              <a:rect l="l" t="t" r="r" b="b"/>
              <a:pathLst>
                <a:path w="14611" h="11499" extrusionOk="0">
                  <a:moveTo>
                    <a:pt x="8974" y="0"/>
                  </a:moveTo>
                  <a:cubicBezTo>
                    <a:pt x="8974" y="0"/>
                    <a:pt x="8106" y="4103"/>
                    <a:pt x="7439" y="5204"/>
                  </a:cubicBezTo>
                  <a:cubicBezTo>
                    <a:pt x="6095" y="5597"/>
                    <a:pt x="4623" y="6506"/>
                    <a:pt x="2041" y="6506"/>
                  </a:cubicBezTo>
                  <a:cubicBezTo>
                    <a:pt x="1995" y="6506"/>
                    <a:pt x="1949" y="6506"/>
                    <a:pt x="1902" y="6505"/>
                  </a:cubicBezTo>
                  <a:cubicBezTo>
                    <a:pt x="668" y="6505"/>
                    <a:pt x="1" y="8306"/>
                    <a:pt x="1502" y="8740"/>
                  </a:cubicBezTo>
                  <a:cubicBezTo>
                    <a:pt x="3937" y="9474"/>
                    <a:pt x="5805" y="9707"/>
                    <a:pt x="7906" y="10341"/>
                  </a:cubicBezTo>
                  <a:cubicBezTo>
                    <a:pt x="9674" y="10875"/>
                    <a:pt x="10108" y="11175"/>
                    <a:pt x="11142" y="11475"/>
                  </a:cubicBezTo>
                  <a:cubicBezTo>
                    <a:pt x="11194" y="11491"/>
                    <a:pt x="11248" y="11498"/>
                    <a:pt x="11301" y="11498"/>
                  </a:cubicBezTo>
                  <a:cubicBezTo>
                    <a:pt x="11583" y="11498"/>
                    <a:pt x="11853" y="11284"/>
                    <a:pt x="11909" y="10975"/>
                  </a:cubicBezTo>
                  <a:lnTo>
                    <a:pt x="12509" y="7606"/>
                  </a:lnTo>
                  <a:cubicBezTo>
                    <a:pt x="12943" y="5871"/>
                    <a:pt x="14611" y="2002"/>
                    <a:pt x="14611" y="2002"/>
                  </a:cubicBezTo>
                  <a:lnTo>
                    <a:pt x="8974"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6"/>
            <p:cNvSpPr/>
            <p:nvPr/>
          </p:nvSpPr>
          <p:spPr>
            <a:xfrm>
              <a:off x="3671125" y="4345400"/>
              <a:ext cx="213500" cy="133275"/>
            </a:xfrm>
            <a:custGeom>
              <a:avLst/>
              <a:gdLst/>
              <a:ahLst/>
              <a:cxnLst/>
              <a:rect l="l" t="t" r="r" b="b"/>
              <a:pathLst>
                <a:path w="8540" h="5331" extrusionOk="0">
                  <a:moveTo>
                    <a:pt x="1009" y="1"/>
                  </a:moveTo>
                  <a:cubicBezTo>
                    <a:pt x="759" y="1"/>
                    <a:pt x="523" y="185"/>
                    <a:pt x="468" y="460"/>
                  </a:cubicBezTo>
                  <a:lnTo>
                    <a:pt x="34" y="2795"/>
                  </a:lnTo>
                  <a:cubicBezTo>
                    <a:pt x="1" y="3062"/>
                    <a:pt x="167" y="3329"/>
                    <a:pt x="434" y="3396"/>
                  </a:cubicBezTo>
                  <a:lnTo>
                    <a:pt x="6805" y="5297"/>
                  </a:lnTo>
                  <a:cubicBezTo>
                    <a:pt x="6865" y="5320"/>
                    <a:pt x="6926" y="5330"/>
                    <a:pt x="6984" y="5330"/>
                  </a:cubicBezTo>
                  <a:cubicBezTo>
                    <a:pt x="7186" y="5330"/>
                    <a:pt x="7369" y="5204"/>
                    <a:pt x="7473" y="4997"/>
                  </a:cubicBezTo>
                  <a:lnTo>
                    <a:pt x="8407" y="2929"/>
                  </a:lnTo>
                  <a:cubicBezTo>
                    <a:pt x="8540" y="2662"/>
                    <a:pt x="8407" y="2295"/>
                    <a:pt x="8073" y="2195"/>
                  </a:cubicBezTo>
                  <a:lnTo>
                    <a:pt x="1168" y="27"/>
                  </a:lnTo>
                  <a:cubicBezTo>
                    <a:pt x="1115" y="9"/>
                    <a:pt x="1062" y="1"/>
                    <a:pt x="100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6"/>
            <p:cNvSpPr/>
            <p:nvPr/>
          </p:nvSpPr>
          <p:spPr>
            <a:xfrm>
              <a:off x="3671125" y="4345400"/>
              <a:ext cx="213500" cy="133275"/>
            </a:xfrm>
            <a:custGeom>
              <a:avLst/>
              <a:gdLst/>
              <a:ahLst/>
              <a:cxnLst/>
              <a:rect l="l" t="t" r="r" b="b"/>
              <a:pathLst>
                <a:path w="8540" h="5331" extrusionOk="0">
                  <a:moveTo>
                    <a:pt x="1009" y="1"/>
                  </a:moveTo>
                  <a:cubicBezTo>
                    <a:pt x="759" y="1"/>
                    <a:pt x="523" y="185"/>
                    <a:pt x="468" y="460"/>
                  </a:cubicBezTo>
                  <a:lnTo>
                    <a:pt x="34" y="2795"/>
                  </a:lnTo>
                  <a:cubicBezTo>
                    <a:pt x="1" y="3062"/>
                    <a:pt x="167" y="3329"/>
                    <a:pt x="434" y="3396"/>
                  </a:cubicBezTo>
                  <a:lnTo>
                    <a:pt x="6805" y="5297"/>
                  </a:lnTo>
                  <a:cubicBezTo>
                    <a:pt x="6865" y="5320"/>
                    <a:pt x="6926" y="5330"/>
                    <a:pt x="6984" y="5330"/>
                  </a:cubicBezTo>
                  <a:cubicBezTo>
                    <a:pt x="7186" y="5330"/>
                    <a:pt x="7369" y="5204"/>
                    <a:pt x="7473" y="4997"/>
                  </a:cubicBezTo>
                  <a:lnTo>
                    <a:pt x="8407" y="2929"/>
                  </a:lnTo>
                  <a:cubicBezTo>
                    <a:pt x="8540" y="2662"/>
                    <a:pt x="8407" y="2295"/>
                    <a:pt x="8073" y="2195"/>
                  </a:cubicBezTo>
                  <a:lnTo>
                    <a:pt x="1168" y="27"/>
                  </a:lnTo>
                  <a:cubicBezTo>
                    <a:pt x="1115" y="9"/>
                    <a:pt x="1062" y="1"/>
                    <a:pt x="1009" y="1"/>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6"/>
            <p:cNvSpPr/>
            <p:nvPr/>
          </p:nvSpPr>
          <p:spPr>
            <a:xfrm>
              <a:off x="4230700" y="4431950"/>
              <a:ext cx="291900" cy="248775"/>
            </a:xfrm>
            <a:custGeom>
              <a:avLst/>
              <a:gdLst/>
              <a:ahLst/>
              <a:cxnLst/>
              <a:rect l="l" t="t" r="r" b="b"/>
              <a:pathLst>
                <a:path w="11676" h="9951" extrusionOk="0">
                  <a:moveTo>
                    <a:pt x="10775" y="0"/>
                  </a:moveTo>
                  <a:lnTo>
                    <a:pt x="5171" y="134"/>
                  </a:lnTo>
                  <a:cubicBezTo>
                    <a:pt x="5171" y="134"/>
                    <a:pt x="5604" y="3870"/>
                    <a:pt x="5571" y="5204"/>
                  </a:cubicBezTo>
                  <a:cubicBezTo>
                    <a:pt x="4503" y="5971"/>
                    <a:pt x="3403" y="7005"/>
                    <a:pt x="1068" y="7706"/>
                  </a:cubicBezTo>
                  <a:cubicBezTo>
                    <a:pt x="0" y="8040"/>
                    <a:pt x="100" y="9941"/>
                    <a:pt x="1535" y="9941"/>
                  </a:cubicBezTo>
                  <a:cubicBezTo>
                    <a:pt x="1776" y="9948"/>
                    <a:pt x="2011" y="9951"/>
                    <a:pt x="2239" y="9951"/>
                  </a:cubicBezTo>
                  <a:cubicBezTo>
                    <a:pt x="4162" y="9951"/>
                    <a:pt x="5660" y="9738"/>
                    <a:pt x="7380" y="9738"/>
                  </a:cubicBezTo>
                  <a:cubicBezTo>
                    <a:pt x="7488" y="9738"/>
                    <a:pt x="7596" y="9739"/>
                    <a:pt x="7706" y="9741"/>
                  </a:cubicBezTo>
                  <a:cubicBezTo>
                    <a:pt x="9440" y="9774"/>
                    <a:pt x="9640" y="9941"/>
                    <a:pt x="10674" y="9941"/>
                  </a:cubicBezTo>
                  <a:cubicBezTo>
                    <a:pt x="11275" y="9941"/>
                    <a:pt x="11675" y="9374"/>
                    <a:pt x="11508" y="8807"/>
                  </a:cubicBezTo>
                  <a:lnTo>
                    <a:pt x="10841" y="5871"/>
                  </a:lnTo>
                  <a:cubicBezTo>
                    <a:pt x="10641" y="4103"/>
                    <a:pt x="10775" y="0"/>
                    <a:pt x="10775"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6"/>
            <p:cNvSpPr/>
            <p:nvPr/>
          </p:nvSpPr>
          <p:spPr>
            <a:xfrm>
              <a:off x="4080575" y="2472200"/>
              <a:ext cx="457025" cy="1962275"/>
            </a:xfrm>
            <a:custGeom>
              <a:avLst/>
              <a:gdLst/>
              <a:ahLst/>
              <a:cxnLst/>
              <a:rect l="l" t="t" r="r" b="b"/>
              <a:pathLst>
                <a:path w="18281" h="78491" extrusionOk="0">
                  <a:moveTo>
                    <a:pt x="1" y="1"/>
                  </a:moveTo>
                  <a:cubicBezTo>
                    <a:pt x="1" y="1"/>
                    <a:pt x="3870" y="27187"/>
                    <a:pt x="5772" y="38495"/>
                  </a:cubicBezTo>
                  <a:cubicBezTo>
                    <a:pt x="7673" y="49803"/>
                    <a:pt x="10342" y="78390"/>
                    <a:pt x="10342" y="78390"/>
                  </a:cubicBezTo>
                  <a:lnTo>
                    <a:pt x="17447" y="78490"/>
                  </a:lnTo>
                  <a:cubicBezTo>
                    <a:pt x="17447" y="78490"/>
                    <a:pt x="18281" y="50504"/>
                    <a:pt x="15545" y="37228"/>
                  </a:cubicBezTo>
                  <a:cubicBezTo>
                    <a:pt x="15045" y="20115"/>
                    <a:pt x="16980" y="10275"/>
                    <a:pt x="14445" y="234"/>
                  </a:cubicBezTo>
                  <a:lnTo>
                    <a:pt x="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6"/>
            <p:cNvSpPr/>
            <p:nvPr/>
          </p:nvSpPr>
          <p:spPr>
            <a:xfrm>
              <a:off x="4320750" y="4377750"/>
              <a:ext cx="211850" cy="88500"/>
            </a:xfrm>
            <a:custGeom>
              <a:avLst/>
              <a:gdLst/>
              <a:ahLst/>
              <a:cxnLst/>
              <a:rect l="l" t="t" r="r" b="b"/>
              <a:pathLst>
                <a:path w="8474" h="3540" extrusionOk="0">
                  <a:moveTo>
                    <a:pt x="635" y="0"/>
                  </a:moveTo>
                  <a:cubicBezTo>
                    <a:pt x="268" y="0"/>
                    <a:pt x="1" y="300"/>
                    <a:pt x="67" y="667"/>
                  </a:cubicBezTo>
                  <a:lnTo>
                    <a:pt x="434" y="3002"/>
                  </a:lnTo>
                  <a:cubicBezTo>
                    <a:pt x="468" y="3236"/>
                    <a:pt x="668" y="3436"/>
                    <a:pt x="901" y="3436"/>
                  </a:cubicBezTo>
                  <a:lnTo>
                    <a:pt x="7606" y="3536"/>
                  </a:lnTo>
                  <a:cubicBezTo>
                    <a:pt x="7625" y="3538"/>
                    <a:pt x="7645" y="3539"/>
                    <a:pt x="7663" y="3539"/>
                  </a:cubicBezTo>
                  <a:cubicBezTo>
                    <a:pt x="7940" y="3539"/>
                    <a:pt x="8175" y="3317"/>
                    <a:pt x="8207" y="3036"/>
                  </a:cubicBezTo>
                  <a:lnTo>
                    <a:pt x="8440" y="834"/>
                  </a:lnTo>
                  <a:cubicBezTo>
                    <a:pt x="8473" y="501"/>
                    <a:pt x="8240" y="234"/>
                    <a:pt x="7940" y="234"/>
                  </a:cubicBezTo>
                  <a:lnTo>
                    <a:pt x="63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6"/>
            <p:cNvSpPr/>
            <p:nvPr/>
          </p:nvSpPr>
          <p:spPr>
            <a:xfrm>
              <a:off x="4320750" y="4377750"/>
              <a:ext cx="211850" cy="88500"/>
            </a:xfrm>
            <a:custGeom>
              <a:avLst/>
              <a:gdLst/>
              <a:ahLst/>
              <a:cxnLst/>
              <a:rect l="l" t="t" r="r" b="b"/>
              <a:pathLst>
                <a:path w="8474" h="3540" extrusionOk="0">
                  <a:moveTo>
                    <a:pt x="635" y="0"/>
                  </a:moveTo>
                  <a:cubicBezTo>
                    <a:pt x="268" y="0"/>
                    <a:pt x="1" y="300"/>
                    <a:pt x="67" y="667"/>
                  </a:cubicBezTo>
                  <a:lnTo>
                    <a:pt x="434" y="3002"/>
                  </a:lnTo>
                  <a:cubicBezTo>
                    <a:pt x="468" y="3236"/>
                    <a:pt x="668" y="3436"/>
                    <a:pt x="901" y="3436"/>
                  </a:cubicBezTo>
                  <a:lnTo>
                    <a:pt x="7606" y="3536"/>
                  </a:lnTo>
                  <a:cubicBezTo>
                    <a:pt x="7625" y="3538"/>
                    <a:pt x="7645" y="3539"/>
                    <a:pt x="7663" y="3539"/>
                  </a:cubicBezTo>
                  <a:cubicBezTo>
                    <a:pt x="7940" y="3539"/>
                    <a:pt x="8175" y="3317"/>
                    <a:pt x="8207" y="3036"/>
                  </a:cubicBezTo>
                  <a:lnTo>
                    <a:pt x="8440" y="834"/>
                  </a:lnTo>
                  <a:cubicBezTo>
                    <a:pt x="8473" y="501"/>
                    <a:pt x="8240" y="234"/>
                    <a:pt x="7940" y="234"/>
                  </a:cubicBezTo>
                  <a:lnTo>
                    <a:pt x="635" y="0"/>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6"/>
            <p:cNvSpPr/>
            <p:nvPr/>
          </p:nvSpPr>
          <p:spPr>
            <a:xfrm>
              <a:off x="3596900" y="1372350"/>
              <a:ext cx="528750" cy="459450"/>
            </a:xfrm>
            <a:custGeom>
              <a:avLst/>
              <a:gdLst/>
              <a:ahLst/>
              <a:cxnLst/>
              <a:rect l="l" t="t" r="r" b="b"/>
              <a:pathLst>
                <a:path w="21150" h="18378" extrusionOk="0">
                  <a:moveTo>
                    <a:pt x="1810" y="0"/>
                  </a:moveTo>
                  <a:cubicBezTo>
                    <a:pt x="1176" y="0"/>
                    <a:pt x="547" y="384"/>
                    <a:pt x="401" y="1164"/>
                  </a:cubicBezTo>
                  <a:cubicBezTo>
                    <a:pt x="201" y="2332"/>
                    <a:pt x="101" y="3499"/>
                    <a:pt x="67" y="4667"/>
                  </a:cubicBezTo>
                  <a:cubicBezTo>
                    <a:pt x="1" y="5834"/>
                    <a:pt x="34" y="7035"/>
                    <a:pt x="134" y="8203"/>
                  </a:cubicBezTo>
                  <a:cubicBezTo>
                    <a:pt x="234" y="9404"/>
                    <a:pt x="434" y="10638"/>
                    <a:pt x="768" y="11805"/>
                  </a:cubicBezTo>
                  <a:cubicBezTo>
                    <a:pt x="1102" y="13073"/>
                    <a:pt x="1635" y="14307"/>
                    <a:pt x="2302" y="15441"/>
                  </a:cubicBezTo>
                  <a:cubicBezTo>
                    <a:pt x="2636" y="16008"/>
                    <a:pt x="3203" y="16409"/>
                    <a:pt x="3837" y="16542"/>
                  </a:cubicBezTo>
                  <a:lnTo>
                    <a:pt x="4037" y="16575"/>
                  </a:lnTo>
                  <a:cubicBezTo>
                    <a:pt x="5204" y="16842"/>
                    <a:pt x="6372" y="17076"/>
                    <a:pt x="7539" y="17242"/>
                  </a:cubicBezTo>
                  <a:cubicBezTo>
                    <a:pt x="8707" y="17443"/>
                    <a:pt x="9874" y="17643"/>
                    <a:pt x="11075" y="17776"/>
                  </a:cubicBezTo>
                  <a:cubicBezTo>
                    <a:pt x="12243" y="17943"/>
                    <a:pt x="13410" y="18076"/>
                    <a:pt x="14578" y="18176"/>
                  </a:cubicBezTo>
                  <a:cubicBezTo>
                    <a:pt x="15779" y="18277"/>
                    <a:pt x="16946" y="18343"/>
                    <a:pt x="18180" y="18377"/>
                  </a:cubicBezTo>
                  <a:cubicBezTo>
                    <a:pt x="18201" y="18377"/>
                    <a:pt x="18221" y="18377"/>
                    <a:pt x="18241" y="18377"/>
                  </a:cubicBezTo>
                  <a:cubicBezTo>
                    <a:pt x="19748" y="18377"/>
                    <a:pt x="20984" y="17155"/>
                    <a:pt x="21082" y="15641"/>
                  </a:cubicBezTo>
                  <a:cubicBezTo>
                    <a:pt x="21149" y="14107"/>
                    <a:pt x="19982" y="12773"/>
                    <a:pt x="18447" y="12606"/>
                  </a:cubicBezTo>
                  <a:lnTo>
                    <a:pt x="18414" y="12606"/>
                  </a:lnTo>
                  <a:lnTo>
                    <a:pt x="11642" y="12105"/>
                  </a:lnTo>
                  <a:cubicBezTo>
                    <a:pt x="9741" y="11939"/>
                    <a:pt x="7840" y="11772"/>
                    <a:pt x="5972" y="11572"/>
                  </a:cubicBezTo>
                  <a:cubicBezTo>
                    <a:pt x="5738" y="11138"/>
                    <a:pt x="5505" y="10704"/>
                    <a:pt x="5338" y="10271"/>
                  </a:cubicBezTo>
                  <a:cubicBezTo>
                    <a:pt x="4938" y="9337"/>
                    <a:pt x="4637" y="8403"/>
                    <a:pt x="4371" y="7469"/>
                  </a:cubicBezTo>
                  <a:cubicBezTo>
                    <a:pt x="4137" y="6501"/>
                    <a:pt x="3904" y="5467"/>
                    <a:pt x="3737" y="4433"/>
                  </a:cubicBezTo>
                  <a:cubicBezTo>
                    <a:pt x="3537" y="3399"/>
                    <a:pt x="3370" y="2365"/>
                    <a:pt x="3270" y="1331"/>
                  </a:cubicBezTo>
                  <a:lnTo>
                    <a:pt x="3270" y="1264"/>
                  </a:lnTo>
                  <a:cubicBezTo>
                    <a:pt x="3150" y="426"/>
                    <a:pt x="2477" y="0"/>
                    <a:pt x="18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6"/>
            <p:cNvSpPr/>
            <p:nvPr/>
          </p:nvSpPr>
          <p:spPr>
            <a:xfrm>
              <a:off x="3869600" y="1664125"/>
              <a:ext cx="404475" cy="235975"/>
            </a:xfrm>
            <a:custGeom>
              <a:avLst/>
              <a:gdLst/>
              <a:ahLst/>
              <a:cxnLst/>
              <a:rect l="l" t="t" r="r" b="b"/>
              <a:pathLst>
                <a:path w="16179" h="9439" extrusionOk="0">
                  <a:moveTo>
                    <a:pt x="734" y="1"/>
                  </a:moveTo>
                  <a:cubicBezTo>
                    <a:pt x="1" y="2936"/>
                    <a:pt x="67" y="6038"/>
                    <a:pt x="901" y="8974"/>
                  </a:cubicBezTo>
                  <a:cubicBezTo>
                    <a:pt x="901" y="8974"/>
                    <a:pt x="1811" y="9438"/>
                    <a:pt x="4214" y="9438"/>
                  </a:cubicBezTo>
                  <a:cubicBezTo>
                    <a:pt x="5031" y="9438"/>
                    <a:pt x="6021" y="9385"/>
                    <a:pt x="7206" y="9241"/>
                  </a:cubicBezTo>
                  <a:cubicBezTo>
                    <a:pt x="12443" y="8574"/>
                    <a:pt x="16179" y="2236"/>
                    <a:pt x="11809" y="1335"/>
                  </a:cubicBezTo>
                  <a:cubicBezTo>
                    <a:pt x="8140" y="635"/>
                    <a:pt x="4437" y="201"/>
                    <a:pt x="734"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6"/>
            <p:cNvSpPr/>
            <p:nvPr/>
          </p:nvSpPr>
          <p:spPr>
            <a:xfrm>
              <a:off x="3903800" y="1696625"/>
              <a:ext cx="657150" cy="836500"/>
            </a:xfrm>
            <a:custGeom>
              <a:avLst/>
              <a:gdLst/>
              <a:ahLst/>
              <a:cxnLst/>
              <a:rect l="l" t="t" r="r" b="b"/>
              <a:pathLst>
                <a:path w="26286" h="33460" extrusionOk="0">
                  <a:moveTo>
                    <a:pt x="10476" y="0"/>
                  </a:moveTo>
                  <a:cubicBezTo>
                    <a:pt x="6202" y="0"/>
                    <a:pt x="2890" y="2135"/>
                    <a:pt x="2068" y="6340"/>
                  </a:cubicBezTo>
                  <a:cubicBezTo>
                    <a:pt x="434" y="14912"/>
                    <a:pt x="0" y="23652"/>
                    <a:pt x="734" y="32358"/>
                  </a:cubicBezTo>
                  <a:cubicBezTo>
                    <a:pt x="750" y="33108"/>
                    <a:pt x="5442" y="33460"/>
                    <a:pt x="10427" y="33460"/>
                  </a:cubicBezTo>
                  <a:cubicBezTo>
                    <a:pt x="15643" y="33460"/>
                    <a:pt x="21180" y="33075"/>
                    <a:pt x="22016" y="32358"/>
                  </a:cubicBezTo>
                  <a:cubicBezTo>
                    <a:pt x="22716" y="26821"/>
                    <a:pt x="21916" y="20917"/>
                    <a:pt x="25552" y="8541"/>
                  </a:cubicBezTo>
                  <a:cubicBezTo>
                    <a:pt x="26286" y="6006"/>
                    <a:pt x="25151" y="2203"/>
                    <a:pt x="22616" y="1570"/>
                  </a:cubicBezTo>
                  <a:cubicBezTo>
                    <a:pt x="18680" y="669"/>
                    <a:pt x="14677" y="135"/>
                    <a:pt x="10674" y="2"/>
                  </a:cubicBezTo>
                  <a:cubicBezTo>
                    <a:pt x="10608" y="1"/>
                    <a:pt x="10542" y="0"/>
                    <a:pt x="104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6"/>
            <p:cNvSpPr/>
            <p:nvPr/>
          </p:nvSpPr>
          <p:spPr>
            <a:xfrm>
              <a:off x="4156475" y="1825000"/>
              <a:ext cx="20875" cy="32700"/>
            </a:xfrm>
            <a:custGeom>
              <a:avLst/>
              <a:gdLst/>
              <a:ahLst/>
              <a:cxnLst/>
              <a:rect l="l" t="t" r="r" b="b"/>
              <a:pathLst>
                <a:path w="835" h="1308" extrusionOk="0">
                  <a:moveTo>
                    <a:pt x="529" y="1"/>
                  </a:moveTo>
                  <a:cubicBezTo>
                    <a:pt x="342" y="1"/>
                    <a:pt x="161" y="227"/>
                    <a:pt x="67" y="571"/>
                  </a:cubicBezTo>
                  <a:cubicBezTo>
                    <a:pt x="0" y="938"/>
                    <a:pt x="67" y="1271"/>
                    <a:pt x="267" y="1305"/>
                  </a:cubicBezTo>
                  <a:cubicBezTo>
                    <a:pt x="280" y="1307"/>
                    <a:pt x="293" y="1308"/>
                    <a:pt x="305" y="1308"/>
                  </a:cubicBezTo>
                  <a:cubicBezTo>
                    <a:pt x="492" y="1308"/>
                    <a:pt x="674" y="1081"/>
                    <a:pt x="768" y="738"/>
                  </a:cubicBezTo>
                  <a:cubicBezTo>
                    <a:pt x="834" y="404"/>
                    <a:pt x="768" y="37"/>
                    <a:pt x="567" y="4"/>
                  </a:cubicBezTo>
                  <a:cubicBezTo>
                    <a:pt x="555" y="2"/>
                    <a:pt x="542" y="1"/>
                    <a:pt x="52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6"/>
            <p:cNvSpPr/>
            <p:nvPr/>
          </p:nvSpPr>
          <p:spPr>
            <a:xfrm>
              <a:off x="4418325" y="1458900"/>
              <a:ext cx="603800" cy="431625"/>
            </a:xfrm>
            <a:custGeom>
              <a:avLst/>
              <a:gdLst/>
              <a:ahLst/>
              <a:cxnLst/>
              <a:rect l="l" t="t" r="r" b="b"/>
              <a:pathLst>
                <a:path w="24152" h="17265" extrusionOk="0">
                  <a:moveTo>
                    <a:pt x="22555" y="0"/>
                  </a:moveTo>
                  <a:cubicBezTo>
                    <a:pt x="21938" y="0"/>
                    <a:pt x="21326" y="352"/>
                    <a:pt x="21116" y="1105"/>
                  </a:cubicBezTo>
                  <a:lnTo>
                    <a:pt x="21082" y="1205"/>
                  </a:lnTo>
                  <a:cubicBezTo>
                    <a:pt x="20815" y="2239"/>
                    <a:pt x="20482" y="3340"/>
                    <a:pt x="20115" y="4374"/>
                  </a:cubicBezTo>
                  <a:cubicBezTo>
                    <a:pt x="19781" y="5441"/>
                    <a:pt x="19414" y="6475"/>
                    <a:pt x="18981" y="7443"/>
                  </a:cubicBezTo>
                  <a:cubicBezTo>
                    <a:pt x="18580" y="8410"/>
                    <a:pt x="18080" y="9344"/>
                    <a:pt x="17580" y="10245"/>
                  </a:cubicBezTo>
                  <a:cubicBezTo>
                    <a:pt x="17313" y="10678"/>
                    <a:pt x="17013" y="11112"/>
                    <a:pt x="16712" y="11512"/>
                  </a:cubicBezTo>
                  <a:cubicBezTo>
                    <a:pt x="14711" y="11445"/>
                    <a:pt x="12676" y="11345"/>
                    <a:pt x="10675" y="11212"/>
                  </a:cubicBezTo>
                  <a:lnTo>
                    <a:pt x="3503" y="10712"/>
                  </a:lnTo>
                  <a:lnTo>
                    <a:pt x="3470" y="10712"/>
                  </a:lnTo>
                  <a:cubicBezTo>
                    <a:pt x="3368" y="10701"/>
                    <a:pt x="3268" y="10697"/>
                    <a:pt x="3168" y="10697"/>
                  </a:cubicBezTo>
                  <a:cubicBezTo>
                    <a:pt x="1624" y="10697"/>
                    <a:pt x="291" y="11882"/>
                    <a:pt x="134" y="13480"/>
                  </a:cubicBezTo>
                  <a:cubicBezTo>
                    <a:pt x="1" y="15148"/>
                    <a:pt x="1235" y="16649"/>
                    <a:pt x="2903" y="16783"/>
                  </a:cubicBezTo>
                  <a:cubicBezTo>
                    <a:pt x="4204" y="16949"/>
                    <a:pt x="5404" y="17049"/>
                    <a:pt x="6672" y="17116"/>
                  </a:cubicBezTo>
                  <a:cubicBezTo>
                    <a:pt x="7940" y="17216"/>
                    <a:pt x="9174" y="17250"/>
                    <a:pt x="10441" y="17250"/>
                  </a:cubicBezTo>
                  <a:cubicBezTo>
                    <a:pt x="10853" y="17261"/>
                    <a:pt x="11268" y="17264"/>
                    <a:pt x="11684" y="17264"/>
                  </a:cubicBezTo>
                  <a:cubicBezTo>
                    <a:pt x="12517" y="17264"/>
                    <a:pt x="13355" y="17250"/>
                    <a:pt x="14177" y="17250"/>
                  </a:cubicBezTo>
                  <a:cubicBezTo>
                    <a:pt x="15445" y="17250"/>
                    <a:pt x="16712" y="17150"/>
                    <a:pt x="17980" y="17083"/>
                  </a:cubicBezTo>
                  <a:lnTo>
                    <a:pt x="18214" y="17083"/>
                  </a:lnTo>
                  <a:cubicBezTo>
                    <a:pt x="18881" y="17049"/>
                    <a:pt x="19514" y="16716"/>
                    <a:pt x="19948" y="16182"/>
                  </a:cubicBezTo>
                  <a:cubicBezTo>
                    <a:pt x="20849" y="15081"/>
                    <a:pt x="21583" y="13881"/>
                    <a:pt x="22116" y="12580"/>
                  </a:cubicBezTo>
                  <a:cubicBezTo>
                    <a:pt x="22617" y="11412"/>
                    <a:pt x="23017" y="10178"/>
                    <a:pt x="23317" y="8910"/>
                  </a:cubicBezTo>
                  <a:cubicBezTo>
                    <a:pt x="23617" y="7676"/>
                    <a:pt x="23851" y="6442"/>
                    <a:pt x="23984" y="5208"/>
                  </a:cubicBezTo>
                  <a:cubicBezTo>
                    <a:pt x="24118" y="3940"/>
                    <a:pt x="24151" y="2706"/>
                    <a:pt x="24118" y="1472"/>
                  </a:cubicBezTo>
                  <a:cubicBezTo>
                    <a:pt x="24063" y="520"/>
                    <a:pt x="23305" y="0"/>
                    <a:pt x="225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6"/>
            <p:cNvSpPr/>
            <p:nvPr/>
          </p:nvSpPr>
          <p:spPr>
            <a:xfrm>
              <a:off x="4273225" y="1718025"/>
              <a:ext cx="422000" cy="247600"/>
            </a:xfrm>
            <a:custGeom>
              <a:avLst/>
              <a:gdLst/>
              <a:ahLst/>
              <a:cxnLst/>
              <a:rect l="l" t="t" r="r" b="b"/>
              <a:pathLst>
                <a:path w="16880" h="9904" extrusionOk="0">
                  <a:moveTo>
                    <a:pt x="8535" y="1"/>
                  </a:moveTo>
                  <a:cubicBezTo>
                    <a:pt x="7281" y="1"/>
                    <a:pt x="6026" y="27"/>
                    <a:pt x="4770" y="80"/>
                  </a:cubicBezTo>
                  <a:cubicBezTo>
                    <a:pt x="0" y="380"/>
                    <a:pt x="3003" y="7585"/>
                    <a:pt x="8340" y="9053"/>
                  </a:cubicBezTo>
                  <a:cubicBezTo>
                    <a:pt x="10820" y="9737"/>
                    <a:pt x="12511" y="9904"/>
                    <a:pt x="13570" y="9904"/>
                  </a:cubicBezTo>
                  <a:cubicBezTo>
                    <a:pt x="14576" y="9904"/>
                    <a:pt x="15011" y="9753"/>
                    <a:pt x="15011" y="9753"/>
                  </a:cubicBezTo>
                  <a:cubicBezTo>
                    <a:pt x="16345" y="6785"/>
                    <a:pt x="16879" y="3549"/>
                    <a:pt x="16546" y="347"/>
                  </a:cubicBezTo>
                  <a:cubicBezTo>
                    <a:pt x="13887" y="119"/>
                    <a:pt x="11213" y="1"/>
                    <a:pt x="8535"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6"/>
            <p:cNvSpPr/>
            <p:nvPr/>
          </p:nvSpPr>
          <p:spPr>
            <a:xfrm>
              <a:off x="4922025" y="1403950"/>
              <a:ext cx="162625" cy="137625"/>
            </a:xfrm>
            <a:custGeom>
              <a:avLst/>
              <a:gdLst/>
              <a:ahLst/>
              <a:cxnLst/>
              <a:rect l="l" t="t" r="r" b="b"/>
              <a:pathLst>
                <a:path w="6505" h="5505" extrusionOk="0">
                  <a:moveTo>
                    <a:pt x="2702" y="0"/>
                  </a:moveTo>
                  <a:cubicBezTo>
                    <a:pt x="2702" y="0"/>
                    <a:pt x="0" y="2569"/>
                    <a:pt x="1068" y="4237"/>
                  </a:cubicBezTo>
                  <a:lnTo>
                    <a:pt x="3236" y="5504"/>
                  </a:lnTo>
                  <a:lnTo>
                    <a:pt x="6505" y="3069"/>
                  </a:lnTo>
                  <a:lnTo>
                    <a:pt x="27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6"/>
            <p:cNvSpPr/>
            <p:nvPr/>
          </p:nvSpPr>
          <p:spPr>
            <a:xfrm>
              <a:off x="4988725" y="1349025"/>
              <a:ext cx="135975" cy="131675"/>
            </a:xfrm>
            <a:custGeom>
              <a:avLst/>
              <a:gdLst/>
              <a:ahLst/>
              <a:cxnLst/>
              <a:rect l="l" t="t" r="r" b="b"/>
              <a:pathLst>
                <a:path w="5439" h="5267" extrusionOk="0">
                  <a:moveTo>
                    <a:pt x="2348" y="1"/>
                  </a:moveTo>
                  <a:cubicBezTo>
                    <a:pt x="1931" y="1"/>
                    <a:pt x="1525" y="200"/>
                    <a:pt x="1268" y="563"/>
                  </a:cubicBezTo>
                  <a:lnTo>
                    <a:pt x="1" y="2197"/>
                  </a:lnTo>
                  <a:lnTo>
                    <a:pt x="3804" y="5266"/>
                  </a:lnTo>
                  <a:lnTo>
                    <a:pt x="5071" y="2998"/>
                  </a:lnTo>
                  <a:cubicBezTo>
                    <a:pt x="5438" y="2297"/>
                    <a:pt x="5238" y="1430"/>
                    <a:pt x="4537" y="1030"/>
                  </a:cubicBezTo>
                  <a:lnTo>
                    <a:pt x="3036" y="196"/>
                  </a:lnTo>
                  <a:cubicBezTo>
                    <a:pt x="2820" y="64"/>
                    <a:pt x="2582" y="1"/>
                    <a:pt x="2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6"/>
            <p:cNvSpPr/>
            <p:nvPr/>
          </p:nvSpPr>
          <p:spPr>
            <a:xfrm>
              <a:off x="4417575" y="1800925"/>
              <a:ext cx="698775" cy="373075"/>
            </a:xfrm>
            <a:custGeom>
              <a:avLst/>
              <a:gdLst/>
              <a:ahLst/>
              <a:cxnLst/>
              <a:rect l="l" t="t" r="r" b="b"/>
              <a:pathLst>
                <a:path w="27951" h="14923" extrusionOk="0">
                  <a:moveTo>
                    <a:pt x="4077" y="0"/>
                  </a:moveTo>
                  <a:cubicBezTo>
                    <a:pt x="1889" y="0"/>
                    <a:pt x="0" y="2741"/>
                    <a:pt x="1899" y="4870"/>
                  </a:cubicBezTo>
                  <a:cubicBezTo>
                    <a:pt x="2732" y="5770"/>
                    <a:pt x="3566" y="6571"/>
                    <a:pt x="4400" y="7405"/>
                  </a:cubicBezTo>
                  <a:cubicBezTo>
                    <a:pt x="5234" y="8239"/>
                    <a:pt x="6102" y="9039"/>
                    <a:pt x="7002" y="9840"/>
                  </a:cubicBezTo>
                  <a:cubicBezTo>
                    <a:pt x="7869" y="10607"/>
                    <a:pt x="8770" y="11374"/>
                    <a:pt x="9704" y="12141"/>
                  </a:cubicBezTo>
                  <a:cubicBezTo>
                    <a:pt x="10605" y="12875"/>
                    <a:pt x="11572" y="13609"/>
                    <a:pt x="12506" y="14343"/>
                  </a:cubicBezTo>
                  <a:lnTo>
                    <a:pt x="12706" y="14476"/>
                  </a:lnTo>
                  <a:cubicBezTo>
                    <a:pt x="13091" y="14759"/>
                    <a:pt x="13574" y="14922"/>
                    <a:pt x="14065" y="14922"/>
                  </a:cubicBezTo>
                  <a:cubicBezTo>
                    <a:pt x="14213" y="14922"/>
                    <a:pt x="14361" y="14908"/>
                    <a:pt x="14508" y="14877"/>
                  </a:cubicBezTo>
                  <a:cubicBezTo>
                    <a:pt x="15742" y="14643"/>
                    <a:pt x="16943" y="14310"/>
                    <a:pt x="18110" y="13909"/>
                  </a:cubicBezTo>
                  <a:cubicBezTo>
                    <a:pt x="19211" y="13476"/>
                    <a:pt x="20312" y="13009"/>
                    <a:pt x="21379" y="12475"/>
                  </a:cubicBezTo>
                  <a:cubicBezTo>
                    <a:pt x="22413" y="11941"/>
                    <a:pt x="23414" y="11374"/>
                    <a:pt x="24415" y="10774"/>
                  </a:cubicBezTo>
                  <a:cubicBezTo>
                    <a:pt x="25382" y="10140"/>
                    <a:pt x="26349" y="9506"/>
                    <a:pt x="27283" y="8806"/>
                  </a:cubicBezTo>
                  <a:cubicBezTo>
                    <a:pt x="27750" y="8405"/>
                    <a:pt x="27950" y="7738"/>
                    <a:pt x="27717" y="7138"/>
                  </a:cubicBezTo>
                  <a:cubicBezTo>
                    <a:pt x="27509" y="6566"/>
                    <a:pt x="26957" y="6217"/>
                    <a:pt x="26360" y="6217"/>
                  </a:cubicBezTo>
                  <a:cubicBezTo>
                    <a:pt x="26191" y="6217"/>
                    <a:pt x="26018" y="6245"/>
                    <a:pt x="25849" y="6304"/>
                  </a:cubicBezTo>
                  <a:lnTo>
                    <a:pt x="25816" y="6304"/>
                  </a:lnTo>
                  <a:cubicBezTo>
                    <a:pt x="24815" y="6671"/>
                    <a:pt x="23781" y="7071"/>
                    <a:pt x="22780" y="7438"/>
                  </a:cubicBezTo>
                  <a:cubicBezTo>
                    <a:pt x="21779" y="7772"/>
                    <a:pt x="20745" y="8139"/>
                    <a:pt x="19745" y="8439"/>
                  </a:cubicBezTo>
                  <a:cubicBezTo>
                    <a:pt x="18711" y="8772"/>
                    <a:pt x="17710" y="9039"/>
                    <a:pt x="16709" y="9273"/>
                  </a:cubicBezTo>
                  <a:cubicBezTo>
                    <a:pt x="16142" y="9406"/>
                    <a:pt x="15608" y="9506"/>
                    <a:pt x="15041" y="9606"/>
                  </a:cubicBezTo>
                  <a:cubicBezTo>
                    <a:pt x="13674" y="8305"/>
                    <a:pt x="12273" y="7004"/>
                    <a:pt x="10872" y="5637"/>
                  </a:cubicBezTo>
                  <a:lnTo>
                    <a:pt x="6068" y="867"/>
                  </a:lnTo>
                  <a:lnTo>
                    <a:pt x="6035" y="833"/>
                  </a:lnTo>
                  <a:cubicBezTo>
                    <a:pt x="5418" y="248"/>
                    <a:pt x="4734" y="0"/>
                    <a:pt x="40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6"/>
            <p:cNvSpPr/>
            <p:nvPr/>
          </p:nvSpPr>
          <p:spPr>
            <a:xfrm>
              <a:off x="4363925" y="1733250"/>
              <a:ext cx="342975" cy="346200"/>
            </a:xfrm>
            <a:custGeom>
              <a:avLst/>
              <a:gdLst/>
              <a:ahLst/>
              <a:cxnLst/>
              <a:rect l="l" t="t" r="r" b="b"/>
              <a:pathLst>
                <a:path w="13719" h="13848" extrusionOk="0">
                  <a:moveTo>
                    <a:pt x="3892" y="0"/>
                  </a:moveTo>
                  <a:cubicBezTo>
                    <a:pt x="1280" y="0"/>
                    <a:pt x="1" y="5556"/>
                    <a:pt x="2510" y="9278"/>
                  </a:cubicBezTo>
                  <a:cubicBezTo>
                    <a:pt x="5112" y="13147"/>
                    <a:pt x="6847" y="13848"/>
                    <a:pt x="6847" y="13848"/>
                  </a:cubicBezTo>
                  <a:cubicBezTo>
                    <a:pt x="9582" y="12547"/>
                    <a:pt x="11950" y="10545"/>
                    <a:pt x="13718" y="8077"/>
                  </a:cubicBezTo>
                  <a:cubicBezTo>
                    <a:pt x="11116" y="5408"/>
                    <a:pt x="8348" y="2907"/>
                    <a:pt x="5446" y="605"/>
                  </a:cubicBezTo>
                  <a:cubicBezTo>
                    <a:pt x="4893" y="187"/>
                    <a:pt x="4370" y="0"/>
                    <a:pt x="3892"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6"/>
            <p:cNvSpPr/>
            <p:nvPr/>
          </p:nvSpPr>
          <p:spPr>
            <a:xfrm>
              <a:off x="5041275" y="1897625"/>
              <a:ext cx="145125" cy="125125"/>
            </a:xfrm>
            <a:custGeom>
              <a:avLst/>
              <a:gdLst/>
              <a:ahLst/>
              <a:cxnLst/>
              <a:rect l="l" t="t" r="r" b="b"/>
              <a:pathLst>
                <a:path w="5805" h="5005" extrusionOk="0">
                  <a:moveTo>
                    <a:pt x="3103" y="1"/>
                  </a:moveTo>
                  <a:cubicBezTo>
                    <a:pt x="3103" y="1"/>
                    <a:pt x="0" y="1669"/>
                    <a:pt x="601" y="3503"/>
                  </a:cubicBezTo>
                  <a:lnTo>
                    <a:pt x="2169" y="5004"/>
                  </a:lnTo>
                  <a:lnTo>
                    <a:pt x="5804" y="3770"/>
                  </a:lnTo>
                  <a:lnTo>
                    <a:pt x="31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6"/>
            <p:cNvSpPr/>
            <p:nvPr/>
          </p:nvSpPr>
          <p:spPr>
            <a:xfrm>
              <a:off x="5116325" y="1862350"/>
              <a:ext cx="123450" cy="128700"/>
            </a:xfrm>
            <a:custGeom>
              <a:avLst/>
              <a:gdLst/>
              <a:ahLst/>
              <a:cxnLst/>
              <a:rect l="l" t="t" r="r" b="b"/>
              <a:pathLst>
                <a:path w="4938" h="5148" extrusionOk="0">
                  <a:moveTo>
                    <a:pt x="2341" y="1"/>
                  </a:moveTo>
                  <a:cubicBezTo>
                    <a:pt x="2063" y="1"/>
                    <a:pt x="1781" y="93"/>
                    <a:pt x="1535" y="278"/>
                  </a:cubicBezTo>
                  <a:lnTo>
                    <a:pt x="0" y="1479"/>
                  </a:lnTo>
                  <a:lnTo>
                    <a:pt x="2769" y="5148"/>
                  </a:lnTo>
                  <a:lnTo>
                    <a:pt x="4404" y="3447"/>
                  </a:lnTo>
                  <a:cubicBezTo>
                    <a:pt x="4937" y="2913"/>
                    <a:pt x="4937" y="2046"/>
                    <a:pt x="4404" y="1512"/>
                  </a:cubicBezTo>
                  <a:lnTo>
                    <a:pt x="3236" y="378"/>
                  </a:lnTo>
                  <a:cubicBezTo>
                    <a:pt x="2985" y="126"/>
                    <a:pt x="2666" y="1"/>
                    <a:pt x="23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6"/>
            <p:cNvSpPr/>
            <p:nvPr/>
          </p:nvSpPr>
          <p:spPr>
            <a:xfrm>
              <a:off x="4192325" y="1708200"/>
              <a:ext cx="210175" cy="141925"/>
            </a:xfrm>
            <a:custGeom>
              <a:avLst/>
              <a:gdLst/>
              <a:ahLst/>
              <a:cxnLst/>
              <a:rect l="l" t="t" r="r" b="b"/>
              <a:pathLst>
                <a:path w="8407" h="5677" extrusionOk="0">
                  <a:moveTo>
                    <a:pt x="7411" y="0"/>
                  </a:moveTo>
                  <a:cubicBezTo>
                    <a:pt x="7364" y="0"/>
                    <a:pt x="7339" y="6"/>
                    <a:pt x="7339" y="6"/>
                  </a:cubicBezTo>
                  <a:cubicBezTo>
                    <a:pt x="7339" y="6"/>
                    <a:pt x="4671" y="2307"/>
                    <a:pt x="1" y="3175"/>
                  </a:cubicBezTo>
                  <a:cubicBezTo>
                    <a:pt x="601" y="3875"/>
                    <a:pt x="901" y="4776"/>
                    <a:pt x="901" y="5676"/>
                  </a:cubicBezTo>
                  <a:cubicBezTo>
                    <a:pt x="4804" y="5009"/>
                    <a:pt x="8006" y="3108"/>
                    <a:pt x="8407" y="539"/>
                  </a:cubicBezTo>
                  <a:cubicBezTo>
                    <a:pt x="7925" y="58"/>
                    <a:pt x="7559" y="0"/>
                    <a:pt x="74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6"/>
            <p:cNvSpPr/>
            <p:nvPr/>
          </p:nvSpPr>
          <p:spPr>
            <a:xfrm>
              <a:off x="4087250" y="1692950"/>
              <a:ext cx="118450" cy="132150"/>
            </a:xfrm>
            <a:custGeom>
              <a:avLst/>
              <a:gdLst/>
              <a:ahLst/>
              <a:cxnLst/>
              <a:rect l="l" t="t" r="r" b="b"/>
              <a:pathLst>
                <a:path w="4738" h="5286" extrusionOk="0">
                  <a:moveTo>
                    <a:pt x="4204" y="1"/>
                  </a:moveTo>
                  <a:cubicBezTo>
                    <a:pt x="3848" y="1"/>
                    <a:pt x="3492" y="60"/>
                    <a:pt x="3136" y="149"/>
                  </a:cubicBezTo>
                  <a:cubicBezTo>
                    <a:pt x="1935" y="749"/>
                    <a:pt x="1" y="3851"/>
                    <a:pt x="1502" y="5286"/>
                  </a:cubicBezTo>
                  <a:cubicBezTo>
                    <a:pt x="2202" y="4485"/>
                    <a:pt x="3170" y="3985"/>
                    <a:pt x="4204" y="3785"/>
                  </a:cubicBezTo>
                  <a:cubicBezTo>
                    <a:pt x="3103" y="916"/>
                    <a:pt x="4737" y="49"/>
                    <a:pt x="4737" y="49"/>
                  </a:cubicBezTo>
                  <a:cubicBezTo>
                    <a:pt x="4560" y="15"/>
                    <a:pt x="4382" y="1"/>
                    <a:pt x="42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6"/>
            <p:cNvSpPr/>
            <p:nvPr/>
          </p:nvSpPr>
          <p:spPr>
            <a:xfrm>
              <a:off x="4143125" y="1483175"/>
              <a:ext cx="249375" cy="308650"/>
            </a:xfrm>
            <a:custGeom>
              <a:avLst/>
              <a:gdLst/>
              <a:ahLst/>
              <a:cxnLst/>
              <a:rect l="l" t="t" r="r" b="b"/>
              <a:pathLst>
                <a:path w="9975" h="12346" extrusionOk="0">
                  <a:moveTo>
                    <a:pt x="9974" y="0"/>
                  </a:moveTo>
                  <a:lnTo>
                    <a:pt x="4204" y="3870"/>
                  </a:lnTo>
                  <a:cubicBezTo>
                    <a:pt x="4471" y="5905"/>
                    <a:pt x="4337" y="8039"/>
                    <a:pt x="1835" y="8640"/>
                  </a:cubicBezTo>
                  <a:cubicBezTo>
                    <a:pt x="1235" y="8773"/>
                    <a:pt x="735" y="9174"/>
                    <a:pt x="468" y="9741"/>
                  </a:cubicBezTo>
                  <a:cubicBezTo>
                    <a:pt x="1" y="10841"/>
                    <a:pt x="134" y="12109"/>
                    <a:pt x="2603" y="12309"/>
                  </a:cubicBezTo>
                  <a:cubicBezTo>
                    <a:pt x="2869" y="12333"/>
                    <a:pt x="3136" y="12345"/>
                    <a:pt x="3402" y="12345"/>
                  </a:cubicBezTo>
                  <a:cubicBezTo>
                    <a:pt x="5331" y="12345"/>
                    <a:pt x="7220" y="11714"/>
                    <a:pt x="8774" y="10541"/>
                  </a:cubicBezTo>
                  <a:cubicBezTo>
                    <a:pt x="9274" y="10174"/>
                    <a:pt x="9474" y="9474"/>
                    <a:pt x="9241" y="8907"/>
                  </a:cubicBezTo>
                  <a:cubicBezTo>
                    <a:pt x="8273" y="6505"/>
                    <a:pt x="9241" y="2369"/>
                    <a:pt x="99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6"/>
            <p:cNvSpPr/>
            <p:nvPr/>
          </p:nvSpPr>
          <p:spPr>
            <a:xfrm>
              <a:off x="4248200" y="1523200"/>
              <a:ext cx="86750" cy="95925"/>
            </a:xfrm>
            <a:custGeom>
              <a:avLst/>
              <a:gdLst/>
              <a:ahLst/>
              <a:cxnLst/>
              <a:rect l="l" t="t" r="r" b="b"/>
              <a:pathLst>
                <a:path w="3470" h="3837" extrusionOk="0">
                  <a:moveTo>
                    <a:pt x="3403" y="0"/>
                  </a:moveTo>
                  <a:lnTo>
                    <a:pt x="1" y="2269"/>
                  </a:lnTo>
                  <a:cubicBezTo>
                    <a:pt x="67" y="2802"/>
                    <a:pt x="101" y="3303"/>
                    <a:pt x="101" y="3837"/>
                  </a:cubicBezTo>
                  <a:cubicBezTo>
                    <a:pt x="1268" y="3803"/>
                    <a:pt x="3036" y="2702"/>
                    <a:pt x="3303" y="1468"/>
                  </a:cubicBezTo>
                  <a:cubicBezTo>
                    <a:pt x="3436" y="1001"/>
                    <a:pt x="3470" y="501"/>
                    <a:pt x="3403" y="0"/>
                  </a:cubicBezTo>
                  <a:close/>
                </a:path>
              </a:pathLst>
            </a:custGeom>
            <a:solidFill>
              <a:srgbClr val="9E5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6"/>
            <p:cNvSpPr/>
            <p:nvPr/>
          </p:nvSpPr>
          <p:spPr>
            <a:xfrm>
              <a:off x="4156875" y="1227025"/>
              <a:ext cx="319850" cy="367775"/>
            </a:xfrm>
            <a:custGeom>
              <a:avLst/>
              <a:gdLst/>
              <a:ahLst/>
              <a:cxnLst/>
              <a:rect l="l" t="t" r="r" b="b"/>
              <a:pathLst>
                <a:path w="12794" h="14711" extrusionOk="0">
                  <a:moveTo>
                    <a:pt x="6881" y="1"/>
                  </a:moveTo>
                  <a:cubicBezTo>
                    <a:pt x="6600" y="1"/>
                    <a:pt x="6313" y="24"/>
                    <a:pt x="6022" y="72"/>
                  </a:cubicBezTo>
                  <a:cubicBezTo>
                    <a:pt x="2086" y="673"/>
                    <a:pt x="151" y="5977"/>
                    <a:pt x="51" y="9479"/>
                  </a:cubicBezTo>
                  <a:cubicBezTo>
                    <a:pt x="1" y="12410"/>
                    <a:pt x="2324" y="14710"/>
                    <a:pt x="4976" y="14710"/>
                  </a:cubicBezTo>
                  <a:cubicBezTo>
                    <a:pt x="5825" y="14710"/>
                    <a:pt x="6707" y="14475"/>
                    <a:pt x="7556" y="13949"/>
                  </a:cubicBezTo>
                  <a:cubicBezTo>
                    <a:pt x="9891" y="12515"/>
                    <a:pt x="10425" y="10346"/>
                    <a:pt x="11593" y="6744"/>
                  </a:cubicBezTo>
                  <a:cubicBezTo>
                    <a:pt x="12794" y="3386"/>
                    <a:pt x="10269" y="1"/>
                    <a:pt x="68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6"/>
            <p:cNvSpPr/>
            <p:nvPr/>
          </p:nvSpPr>
          <p:spPr>
            <a:xfrm>
              <a:off x="4145625" y="1271600"/>
              <a:ext cx="114275" cy="141550"/>
            </a:xfrm>
            <a:custGeom>
              <a:avLst/>
              <a:gdLst/>
              <a:ahLst/>
              <a:cxnLst/>
              <a:rect l="l" t="t" r="r" b="b"/>
              <a:pathLst>
                <a:path w="4571" h="5662" extrusionOk="0">
                  <a:moveTo>
                    <a:pt x="2836" y="224"/>
                  </a:moveTo>
                  <a:cubicBezTo>
                    <a:pt x="2970" y="224"/>
                    <a:pt x="3136" y="224"/>
                    <a:pt x="3270" y="291"/>
                  </a:cubicBezTo>
                  <a:cubicBezTo>
                    <a:pt x="3737" y="491"/>
                    <a:pt x="4104" y="925"/>
                    <a:pt x="4204" y="1458"/>
                  </a:cubicBezTo>
                  <a:cubicBezTo>
                    <a:pt x="4371" y="2125"/>
                    <a:pt x="4304" y="2793"/>
                    <a:pt x="4070" y="3460"/>
                  </a:cubicBezTo>
                  <a:cubicBezTo>
                    <a:pt x="3642" y="4658"/>
                    <a:pt x="2726" y="5466"/>
                    <a:pt x="1865" y="5466"/>
                  </a:cubicBezTo>
                  <a:cubicBezTo>
                    <a:pt x="1719" y="5466"/>
                    <a:pt x="1575" y="5443"/>
                    <a:pt x="1435" y="5394"/>
                  </a:cubicBezTo>
                  <a:cubicBezTo>
                    <a:pt x="968" y="5194"/>
                    <a:pt x="601" y="4761"/>
                    <a:pt x="501" y="4227"/>
                  </a:cubicBezTo>
                  <a:cubicBezTo>
                    <a:pt x="201" y="2859"/>
                    <a:pt x="701" y="1458"/>
                    <a:pt x="1802" y="591"/>
                  </a:cubicBezTo>
                  <a:cubicBezTo>
                    <a:pt x="2102" y="358"/>
                    <a:pt x="2436" y="224"/>
                    <a:pt x="2836" y="224"/>
                  </a:cubicBezTo>
                  <a:close/>
                  <a:moveTo>
                    <a:pt x="2769" y="0"/>
                  </a:moveTo>
                  <a:cubicBezTo>
                    <a:pt x="2384" y="0"/>
                    <a:pt x="1993" y="134"/>
                    <a:pt x="1669" y="424"/>
                  </a:cubicBezTo>
                  <a:cubicBezTo>
                    <a:pt x="534" y="1358"/>
                    <a:pt x="1" y="2826"/>
                    <a:pt x="301" y="4294"/>
                  </a:cubicBezTo>
                  <a:cubicBezTo>
                    <a:pt x="434" y="4861"/>
                    <a:pt x="835" y="5361"/>
                    <a:pt x="1368" y="5595"/>
                  </a:cubicBezTo>
                  <a:cubicBezTo>
                    <a:pt x="1535" y="5628"/>
                    <a:pt x="1702" y="5661"/>
                    <a:pt x="1869" y="5661"/>
                  </a:cubicBezTo>
                  <a:cubicBezTo>
                    <a:pt x="2836" y="5661"/>
                    <a:pt x="3837" y="4794"/>
                    <a:pt x="4270" y="3526"/>
                  </a:cubicBezTo>
                  <a:cubicBezTo>
                    <a:pt x="4537" y="2826"/>
                    <a:pt x="4571" y="2092"/>
                    <a:pt x="4404" y="1392"/>
                  </a:cubicBezTo>
                  <a:cubicBezTo>
                    <a:pt x="4271" y="526"/>
                    <a:pt x="3533" y="0"/>
                    <a:pt x="276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6"/>
            <p:cNvSpPr/>
            <p:nvPr/>
          </p:nvSpPr>
          <p:spPr>
            <a:xfrm>
              <a:off x="4249875" y="1309675"/>
              <a:ext cx="116775" cy="141000"/>
            </a:xfrm>
            <a:custGeom>
              <a:avLst/>
              <a:gdLst/>
              <a:ahLst/>
              <a:cxnLst/>
              <a:rect l="l" t="t" r="r" b="b"/>
              <a:pathLst>
                <a:path w="4671" h="5640" extrusionOk="0">
                  <a:moveTo>
                    <a:pt x="2936" y="202"/>
                  </a:moveTo>
                  <a:cubicBezTo>
                    <a:pt x="3069" y="202"/>
                    <a:pt x="3236" y="236"/>
                    <a:pt x="3369" y="269"/>
                  </a:cubicBezTo>
                  <a:cubicBezTo>
                    <a:pt x="3870" y="469"/>
                    <a:pt x="4203" y="903"/>
                    <a:pt x="4303" y="1436"/>
                  </a:cubicBezTo>
                  <a:cubicBezTo>
                    <a:pt x="4470" y="2104"/>
                    <a:pt x="4437" y="2804"/>
                    <a:pt x="4203" y="3438"/>
                  </a:cubicBezTo>
                  <a:cubicBezTo>
                    <a:pt x="3775" y="4636"/>
                    <a:pt x="2859" y="5444"/>
                    <a:pt x="1998" y="5444"/>
                  </a:cubicBezTo>
                  <a:cubicBezTo>
                    <a:pt x="1852" y="5444"/>
                    <a:pt x="1708" y="5421"/>
                    <a:pt x="1568" y="5373"/>
                  </a:cubicBezTo>
                  <a:cubicBezTo>
                    <a:pt x="601" y="5039"/>
                    <a:pt x="234" y="3605"/>
                    <a:pt x="734" y="2204"/>
                  </a:cubicBezTo>
                  <a:cubicBezTo>
                    <a:pt x="934" y="1570"/>
                    <a:pt x="1335" y="1003"/>
                    <a:pt x="1868" y="569"/>
                  </a:cubicBezTo>
                  <a:cubicBezTo>
                    <a:pt x="2169" y="336"/>
                    <a:pt x="2536" y="202"/>
                    <a:pt x="2936" y="202"/>
                  </a:cubicBezTo>
                  <a:close/>
                  <a:moveTo>
                    <a:pt x="2845" y="1"/>
                  </a:moveTo>
                  <a:cubicBezTo>
                    <a:pt x="2469" y="1"/>
                    <a:pt x="2088" y="127"/>
                    <a:pt x="1768" y="402"/>
                  </a:cubicBezTo>
                  <a:cubicBezTo>
                    <a:pt x="1201" y="836"/>
                    <a:pt x="768" y="1470"/>
                    <a:pt x="534" y="2137"/>
                  </a:cubicBezTo>
                  <a:cubicBezTo>
                    <a:pt x="0" y="3638"/>
                    <a:pt x="434" y="5172"/>
                    <a:pt x="1468" y="5573"/>
                  </a:cubicBezTo>
                  <a:cubicBezTo>
                    <a:pt x="1635" y="5606"/>
                    <a:pt x="1802" y="5639"/>
                    <a:pt x="1968" y="5639"/>
                  </a:cubicBezTo>
                  <a:cubicBezTo>
                    <a:pt x="2902" y="5639"/>
                    <a:pt x="3903" y="4772"/>
                    <a:pt x="4370" y="3505"/>
                  </a:cubicBezTo>
                  <a:cubicBezTo>
                    <a:pt x="4604" y="2837"/>
                    <a:pt x="4670" y="2070"/>
                    <a:pt x="4504" y="1370"/>
                  </a:cubicBezTo>
                  <a:cubicBezTo>
                    <a:pt x="4347" y="521"/>
                    <a:pt x="3607" y="1"/>
                    <a:pt x="284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6"/>
            <p:cNvSpPr/>
            <p:nvPr/>
          </p:nvSpPr>
          <p:spPr>
            <a:xfrm>
              <a:off x="4247375" y="1355900"/>
              <a:ext cx="20875" cy="10550"/>
            </a:xfrm>
            <a:custGeom>
              <a:avLst/>
              <a:gdLst/>
              <a:ahLst/>
              <a:cxnLst/>
              <a:rect l="l" t="t" r="r" b="b"/>
              <a:pathLst>
                <a:path w="835" h="422" extrusionOk="0">
                  <a:moveTo>
                    <a:pt x="237" y="0"/>
                  </a:moveTo>
                  <a:cubicBezTo>
                    <a:pt x="180" y="0"/>
                    <a:pt x="123" y="7"/>
                    <a:pt x="67" y="21"/>
                  </a:cubicBezTo>
                  <a:cubicBezTo>
                    <a:pt x="34" y="21"/>
                    <a:pt x="0" y="88"/>
                    <a:pt x="34" y="154"/>
                  </a:cubicBezTo>
                  <a:cubicBezTo>
                    <a:pt x="34" y="188"/>
                    <a:pt x="100" y="221"/>
                    <a:pt x="134" y="221"/>
                  </a:cubicBezTo>
                  <a:cubicBezTo>
                    <a:pt x="178" y="207"/>
                    <a:pt x="222" y="200"/>
                    <a:pt x="264" y="200"/>
                  </a:cubicBezTo>
                  <a:cubicBezTo>
                    <a:pt x="417" y="200"/>
                    <a:pt x="556" y="284"/>
                    <a:pt x="634" y="388"/>
                  </a:cubicBezTo>
                  <a:cubicBezTo>
                    <a:pt x="667" y="421"/>
                    <a:pt x="701" y="421"/>
                    <a:pt x="734" y="421"/>
                  </a:cubicBezTo>
                  <a:cubicBezTo>
                    <a:pt x="734" y="421"/>
                    <a:pt x="768" y="421"/>
                    <a:pt x="801" y="388"/>
                  </a:cubicBezTo>
                  <a:cubicBezTo>
                    <a:pt x="834" y="355"/>
                    <a:pt x="834" y="288"/>
                    <a:pt x="801" y="255"/>
                  </a:cubicBezTo>
                  <a:cubicBezTo>
                    <a:pt x="669" y="96"/>
                    <a:pt x="453" y="0"/>
                    <a:pt x="23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6"/>
            <p:cNvSpPr/>
            <p:nvPr/>
          </p:nvSpPr>
          <p:spPr>
            <a:xfrm>
              <a:off x="4351875" y="1398850"/>
              <a:ext cx="80650" cy="47650"/>
            </a:xfrm>
            <a:custGeom>
              <a:avLst/>
              <a:gdLst/>
              <a:ahLst/>
              <a:cxnLst/>
              <a:rect l="l" t="t" r="r" b="b"/>
              <a:pathLst>
                <a:path w="3226" h="1906" extrusionOk="0">
                  <a:moveTo>
                    <a:pt x="128" y="1"/>
                  </a:moveTo>
                  <a:cubicBezTo>
                    <a:pt x="19" y="1"/>
                    <a:pt x="0" y="174"/>
                    <a:pt x="123" y="204"/>
                  </a:cubicBezTo>
                  <a:cubicBezTo>
                    <a:pt x="123" y="204"/>
                    <a:pt x="924" y="371"/>
                    <a:pt x="3025" y="1906"/>
                  </a:cubicBezTo>
                  <a:lnTo>
                    <a:pt x="3092" y="1906"/>
                  </a:lnTo>
                  <a:cubicBezTo>
                    <a:pt x="3126" y="1906"/>
                    <a:pt x="3159" y="1906"/>
                    <a:pt x="3192" y="1872"/>
                  </a:cubicBezTo>
                  <a:cubicBezTo>
                    <a:pt x="3226" y="1839"/>
                    <a:pt x="3192" y="1772"/>
                    <a:pt x="3159" y="1739"/>
                  </a:cubicBezTo>
                  <a:cubicBezTo>
                    <a:pt x="991" y="171"/>
                    <a:pt x="190" y="4"/>
                    <a:pt x="157" y="4"/>
                  </a:cubicBezTo>
                  <a:cubicBezTo>
                    <a:pt x="147" y="2"/>
                    <a:pt x="137" y="1"/>
                    <a:pt x="12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6"/>
            <p:cNvSpPr/>
            <p:nvPr/>
          </p:nvSpPr>
          <p:spPr>
            <a:xfrm>
              <a:off x="4196700" y="1101925"/>
              <a:ext cx="398450" cy="369600"/>
            </a:xfrm>
            <a:custGeom>
              <a:avLst/>
              <a:gdLst/>
              <a:ahLst/>
              <a:cxnLst/>
              <a:rect l="l" t="t" r="r" b="b"/>
              <a:pathLst>
                <a:path w="15938" h="14784" extrusionOk="0">
                  <a:moveTo>
                    <a:pt x="4940" y="0"/>
                  </a:moveTo>
                  <a:cubicBezTo>
                    <a:pt x="3062" y="0"/>
                    <a:pt x="393" y="1194"/>
                    <a:pt x="159" y="3809"/>
                  </a:cubicBezTo>
                  <a:cubicBezTo>
                    <a:pt x="1" y="5648"/>
                    <a:pt x="1259" y="6854"/>
                    <a:pt x="2587" y="6854"/>
                  </a:cubicBezTo>
                  <a:cubicBezTo>
                    <a:pt x="2656" y="6854"/>
                    <a:pt x="2725" y="6851"/>
                    <a:pt x="2795" y="6844"/>
                  </a:cubicBezTo>
                  <a:cubicBezTo>
                    <a:pt x="2938" y="6829"/>
                    <a:pt x="3069" y="6822"/>
                    <a:pt x="3191" y="6822"/>
                  </a:cubicBezTo>
                  <a:cubicBezTo>
                    <a:pt x="5184" y="6822"/>
                    <a:pt x="4598" y="8716"/>
                    <a:pt x="8823" y="8716"/>
                  </a:cubicBezTo>
                  <a:cubicBezTo>
                    <a:pt x="8923" y="8716"/>
                    <a:pt x="9026" y="8714"/>
                    <a:pt x="9132" y="8712"/>
                  </a:cubicBezTo>
                  <a:lnTo>
                    <a:pt x="9132" y="8712"/>
                  </a:lnTo>
                  <a:cubicBezTo>
                    <a:pt x="7932" y="10180"/>
                    <a:pt x="9399" y="10847"/>
                    <a:pt x="8432" y="11448"/>
                  </a:cubicBezTo>
                  <a:cubicBezTo>
                    <a:pt x="7565" y="12015"/>
                    <a:pt x="6197" y="13482"/>
                    <a:pt x="7598" y="14783"/>
                  </a:cubicBezTo>
                  <a:cubicBezTo>
                    <a:pt x="9099" y="14683"/>
                    <a:pt x="10533" y="14316"/>
                    <a:pt x="11934" y="13749"/>
                  </a:cubicBezTo>
                  <a:cubicBezTo>
                    <a:pt x="14069" y="12749"/>
                    <a:pt x="15937" y="9013"/>
                    <a:pt x="12568" y="8179"/>
                  </a:cubicBezTo>
                  <a:cubicBezTo>
                    <a:pt x="12835" y="4943"/>
                    <a:pt x="10700" y="6277"/>
                    <a:pt x="8999" y="4743"/>
                  </a:cubicBezTo>
                  <a:cubicBezTo>
                    <a:pt x="7798" y="3642"/>
                    <a:pt x="8232" y="2508"/>
                    <a:pt x="5963" y="2308"/>
                  </a:cubicBezTo>
                  <a:cubicBezTo>
                    <a:pt x="5063" y="2208"/>
                    <a:pt x="4663" y="1007"/>
                    <a:pt x="6664" y="640"/>
                  </a:cubicBezTo>
                  <a:cubicBezTo>
                    <a:pt x="6404" y="220"/>
                    <a:pt x="5744" y="0"/>
                    <a:pt x="494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6"/>
            <p:cNvSpPr/>
            <p:nvPr/>
          </p:nvSpPr>
          <p:spPr>
            <a:xfrm>
              <a:off x="4481700" y="1238000"/>
              <a:ext cx="85925" cy="70000"/>
            </a:xfrm>
            <a:custGeom>
              <a:avLst/>
              <a:gdLst/>
              <a:ahLst/>
              <a:cxnLst/>
              <a:rect l="l" t="t" r="r" b="b"/>
              <a:pathLst>
                <a:path w="3437" h="2800" extrusionOk="0">
                  <a:moveTo>
                    <a:pt x="2402" y="0"/>
                  </a:moveTo>
                  <a:lnTo>
                    <a:pt x="2402" y="0"/>
                  </a:lnTo>
                  <a:cubicBezTo>
                    <a:pt x="2569" y="1435"/>
                    <a:pt x="1435" y="2669"/>
                    <a:pt x="1" y="2669"/>
                  </a:cubicBezTo>
                  <a:cubicBezTo>
                    <a:pt x="388" y="2755"/>
                    <a:pt x="757" y="2799"/>
                    <a:pt x="1093" y="2799"/>
                  </a:cubicBezTo>
                  <a:cubicBezTo>
                    <a:pt x="2583" y="2799"/>
                    <a:pt x="3437" y="1933"/>
                    <a:pt x="240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6"/>
            <p:cNvSpPr/>
            <p:nvPr/>
          </p:nvSpPr>
          <p:spPr>
            <a:xfrm>
              <a:off x="4364375" y="1427350"/>
              <a:ext cx="114025" cy="93400"/>
            </a:xfrm>
            <a:custGeom>
              <a:avLst/>
              <a:gdLst/>
              <a:ahLst/>
              <a:cxnLst/>
              <a:rect l="l" t="t" r="r" b="b"/>
              <a:pathLst>
                <a:path w="4561" h="3736" extrusionOk="0">
                  <a:moveTo>
                    <a:pt x="3120" y="1"/>
                  </a:moveTo>
                  <a:cubicBezTo>
                    <a:pt x="2229" y="1"/>
                    <a:pt x="1198" y="900"/>
                    <a:pt x="691" y="1633"/>
                  </a:cubicBezTo>
                  <a:cubicBezTo>
                    <a:pt x="0" y="2619"/>
                    <a:pt x="120" y="3735"/>
                    <a:pt x="1241" y="3735"/>
                  </a:cubicBezTo>
                  <a:cubicBezTo>
                    <a:pt x="1258" y="3735"/>
                    <a:pt x="1274" y="3735"/>
                    <a:pt x="1291" y="3734"/>
                  </a:cubicBezTo>
                  <a:cubicBezTo>
                    <a:pt x="2192" y="3668"/>
                    <a:pt x="3026" y="3267"/>
                    <a:pt x="3693" y="2634"/>
                  </a:cubicBezTo>
                  <a:cubicBezTo>
                    <a:pt x="4494" y="1800"/>
                    <a:pt x="4560" y="532"/>
                    <a:pt x="3593" y="98"/>
                  </a:cubicBezTo>
                  <a:cubicBezTo>
                    <a:pt x="3443" y="31"/>
                    <a:pt x="3284" y="1"/>
                    <a:pt x="31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6"/>
            <p:cNvSpPr/>
            <p:nvPr/>
          </p:nvSpPr>
          <p:spPr>
            <a:xfrm>
              <a:off x="4399150" y="1453100"/>
              <a:ext cx="70900" cy="63500"/>
            </a:xfrm>
            <a:custGeom>
              <a:avLst/>
              <a:gdLst/>
              <a:ahLst/>
              <a:cxnLst/>
              <a:rect l="l" t="t" r="r" b="b"/>
              <a:pathLst>
                <a:path w="2836" h="2540" extrusionOk="0">
                  <a:moveTo>
                    <a:pt x="1738" y="0"/>
                  </a:moveTo>
                  <a:cubicBezTo>
                    <a:pt x="1375" y="0"/>
                    <a:pt x="965" y="172"/>
                    <a:pt x="634" y="503"/>
                  </a:cubicBezTo>
                  <a:cubicBezTo>
                    <a:pt x="100" y="1037"/>
                    <a:pt x="0" y="1837"/>
                    <a:pt x="401" y="2271"/>
                  </a:cubicBezTo>
                  <a:cubicBezTo>
                    <a:pt x="582" y="2452"/>
                    <a:pt x="826" y="2540"/>
                    <a:pt x="1089" y="2540"/>
                  </a:cubicBezTo>
                  <a:cubicBezTo>
                    <a:pt x="1456" y="2540"/>
                    <a:pt x="1857" y="2368"/>
                    <a:pt x="2169" y="2037"/>
                  </a:cubicBezTo>
                  <a:cubicBezTo>
                    <a:pt x="2736" y="1504"/>
                    <a:pt x="2836" y="703"/>
                    <a:pt x="2402" y="269"/>
                  </a:cubicBezTo>
                  <a:cubicBezTo>
                    <a:pt x="2235" y="88"/>
                    <a:pt x="1998" y="0"/>
                    <a:pt x="173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6"/>
            <p:cNvSpPr/>
            <p:nvPr/>
          </p:nvSpPr>
          <p:spPr>
            <a:xfrm>
              <a:off x="4229025" y="1504100"/>
              <a:ext cx="45175" cy="35600"/>
            </a:xfrm>
            <a:custGeom>
              <a:avLst/>
              <a:gdLst/>
              <a:ahLst/>
              <a:cxnLst/>
              <a:rect l="l" t="t" r="r" b="b"/>
              <a:pathLst>
                <a:path w="1807" h="1424" extrusionOk="0">
                  <a:moveTo>
                    <a:pt x="937" y="1"/>
                  </a:moveTo>
                  <a:cubicBezTo>
                    <a:pt x="871" y="1"/>
                    <a:pt x="803" y="10"/>
                    <a:pt x="734" y="31"/>
                  </a:cubicBezTo>
                  <a:cubicBezTo>
                    <a:pt x="134" y="197"/>
                    <a:pt x="0" y="965"/>
                    <a:pt x="501" y="1332"/>
                  </a:cubicBezTo>
                  <a:cubicBezTo>
                    <a:pt x="625" y="1393"/>
                    <a:pt x="758" y="1423"/>
                    <a:pt x="889" y="1423"/>
                  </a:cubicBezTo>
                  <a:cubicBezTo>
                    <a:pt x="1182" y="1423"/>
                    <a:pt x="1463" y="1274"/>
                    <a:pt x="1602" y="998"/>
                  </a:cubicBezTo>
                  <a:cubicBezTo>
                    <a:pt x="1807" y="499"/>
                    <a:pt x="1419" y="1"/>
                    <a:pt x="93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6"/>
            <p:cNvSpPr/>
            <p:nvPr/>
          </p:nvSpPr>
          <p:spPr>
            <a:xfrm>
              <a:off x="4245375" y="1489425"/>
              <a:ext cx="182150" cy="42150"/>
            </a:xfrm>
            <a:custGeom>
              <a:avLst/>
              <a:gdLst/>
              <a:ahLst/>
              <a:cxnLst/>
              <a:rect l="l" t="t" r="r" b="b"/>
              <a:pathLst>
                <a:path w="7286" h="1686" extrusionOk="0">
                  <a:moveTo>
                    <a:pt x="7052" y="0"/>
                  </a:moveTo>
                  <a:cubicBezTo>
                    <a:pt x="7002" y="0"/>
                    <a:pt x="6952" y="17"/>
                    <a:pt x="6919" y="51"/>
                  </a:cubicBezTo>
                  <a:cubicBezTo>
                    <a:pt x="6068" y="854"/>
                    <a:pt x="4146" y="1256"/>
                    <a:pt x="2374" y="1256"/>
                  </a:cubicBezTo>
                  <a:cubicBezTo>
                    <a:pt x="1645" y="1256"/>
                    <a:pt x="941" y="1187"/>
                    <a:pt x="347" y="1051"/>
                  </a:cubicBezTo>
                  <a:cubicBezTo>
                    <a:pt x="327" y="1046"/>
                    <a:pt x="307" y="1044"/>
                    <a:pt x="289" y="1044"/>
                  </a:cubicBezTo>
                  <a:cubicBezTo>
                    <a:pt x="67" y="1044"/>
                    <a:pt x="1" y="1390"/>
                    <a:pt x="247" y="1452"/>
                  </a:cubicBezTo>
                  <a:cubicBezTo>
                    <a:pt x="948" y="1618"/>
                    <a:pt x="1681" y="1685"/>
                    <a:pt x="2382" y="1685"/>
                  </a:cubicBezTo>
                  <a:cubicBezTo>
                    <a:pt x="4250" y="1685"/>
                    <a:pt x="6285" y="1251"/>
                    <a:pt x="7185" y="351"/>
                  </a:cubicBezTo>
                  <a:cubicBezTo>
                    <a:pt x="7285" y="251"/>
                    <a:pt x="7285" y="117"/>
                    <a:pt x="7185" y="51"/>
                  </a:cubicBezTo>
                  <a:cubicBezTo>
                    <a:pt x="7152" y="17"/>
                    <a:pt x="7102" y="0"/>
                    <a:pt x="705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6"/>
            <p:cNvSpPr/>
            <p:nvPr/>
          </p:nvSpPr>
          <p:spPr>
            <a:xfrm>
              <a:off x="4283225" y="1368600"/>
              <a:ext cx="21700" cy="27150"/>
            </a:xfrm>
            <a:custGeom>
              <a:avLst/>
              <a:gdLst/>
              <a:ahLst/>
              <a:cxnLst/>
              <a:rect l="l" t="t" r="r" b="b"/>
              <a:pathLst>
                <a:path w="868" h="1086" extrusionOk="0">
                  <a:moveTo>
                    <a:pt x="554" y="0"/>
                  </a:moveTo>
                  <a:cubicBezTo>
                    <a:pt x="375" y="0"/>
                    <a:pt x="188" y="182"/>
                    <a:pt x="101" y="414"/>
                  </a:cubicBezTo>
                  <a:cubicBezTo>
                    <a:pt x="1" y="714"/>
                    <a:pt x="67" y="1014"/>
                    <a:pt x="268" y="1081"/>
                  </a:cubicBezTo>
                  <a:cubicBezTo>
                    <a:pt x="284" y="1084"/>
                    <a:pt x="302" y="1085"/>
                    <a:pt x="319" y="1085"/>
                  </a:cubicBezTo>
                  <a:cubicBezTo>
                    <a:pt x="506" y="1085"/>
                    <a:pt x="710" y="922"/>
                    <a:pt x="801" y="647"/>
                  </a:cubicBezTo>
                  <a:cubicBezTo>
                    <a:pt x="868" y="347"/>
                    <a:pt x="801" y="80"/>
                    <a:pt x="634" y="13"/>
                  </a:cubicBezTo>
                  <a:cubicBezTo>
                    <a:pt x="608" y="5"/>
                    <a:pt x="581" y="0"/>
                    <a:pt x="55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6"/>
            <p:cNvSpPr/>
            <p:nvPr/>
          </p:nvSpPr>
          <p:spPr>
            <a:xfrm>
              <a:off x="4193175" y="1337125"/>
              <a:ext cx="22525" cy="27150"/>
            </a:xfrm>
            <a:custGeom>
              <a:avLst/>
              <a:gdLst/>
              <a:ahLst/>
              <a:cxnLst/>
              <a:rect l="l" t="t" r="r" b="b"/>
              <a:pathLst>
                <a:path w="901" h="1086" extrusionOk="0">
                  <a:moveTo>
                    <a:pt x="590" y="1"/>
                  </a:moveTo>
                  <a:cubicBezTo>
                    <a:pt x="423" y="1"/>
                    <a:pt x="192" y="164"/>
                    <a:pt x="100" y="438"/>
                  </a:cubicBezTo>
                  <a:cubicBezTo>
                    <a:pt x="0" y="739"/>
                    <a:pt x="100" y="1006"/>
                    <a:pt x="267" y="1072"/>
                  </a:cubicBezTo>
                  <a:cubicBezTo>
                    <a:pt x="293" y="1081"/>
                    <a:pt x="320" y="1085"/>
                    <a:pt x="347" y="1085"/>
                  </a:cubicBezTo>
                  <a:cubicBezTo>
                    <a:pt x="526" y="1085"/>
                    <a:pt x="714" y="904"/>
                    <a:pt x="801" y="672"/>
                  </a:cubicBezTo>
                  <a:cubicBezTo>
                    <a:pt x="901" y="372"/>
                    <a:pt x="834" y="72"/>
                    <a:pt x="634" y="5"/>
                  </a:cubicBezTo>
                  <a:cubicBezTo>
                    <a:pt x="620" y="2"/>
                    <a:pt x="605" y="1"/>
                    <a:pt x="59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6"/>
            <p:cNvSpPr/>
            <p:nvPr/>
          </p:nvSpPr>
          <p:spPr>
            <a:xfrm>
              <a:off x="4180650" y="1378100"/>
              <a:ext cx="65075" cy="62575"/>
            </a:xfrm>
            <a:custGeom>
              <a:avLst/>
              <a:gdLst/>
              <a:ahLst/>
              <a:cxnLst/>
              <a:rect l="l" t="t" r="r" b="b"/>
              <a:pathLst>
                <a:path w="2603" h="2503" extrusionOk="0">
                  <a:moveTo>
                    <a:pt x="2603" y="0"/>
                  </a:moveTo>
                  <a:lnTo>
                    <a:pt x="2603" y="0"/>
                  </a:lnTo>
                  <a:cubicBezTo>
                    <a:pt x="1702" y="467"/>
                    <a:pt x="835" y="968"/>
                    <a:pt x="1" y="1535"/>
                  </a:cubicBezTo>
                  <a:cubicBezTo>
                    <a:pt x="201" y="2235"/>
                    <a:pt x="1302" y="2502"/>
                    <a:pt x="1302" y="2502"/>
                  </a:cubicBezTo>
                  <a:lnTo>
                    <a:pt x="2603" y="0"/>
                  </a:lnTo>
                  <a:close/>
                </a:path>
              </a:pathLst>
            </a:custGeom>
            <a:solidFill>
              <a:srgbClr val="FF56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6"/>
            <p:cNvSpPr/>
            <p:nvPr/>
          </p:nvSpPr>
          <p:spPr>
            <a:xfrm>
              <a:off x="4213175" y="1464275"/>
              <a:ext cx="61750" cy="11725"/>
            </a:xfrm>
            <a:custGeom>
              <a:avLst/>
              <a:gdLst/>
              <a:ahLst/>
              <a:cxnLst/>
              <a:rect l="l" t="t" r="r" b="b"/>
              <a:pathLst>
                <a:path w="2470" h="469" extrusionOk="0">
                  <a:moveTo>
                    <a:pt x="2390" y="1"/>
                  </a:moveTo>
                  <a:cubicBezTo>
                    <a:pt x="2369" y="1"/>
                    <a:pt x="2350" y="9"/>
                    <a:pt x="2336" y="22"/>
                  </a:cubicBezTo>
                  <a:cubicBezTo>
                    <a:pt x="1977" y="210"/>
                    <a:pt x="1592" y="302"/>
                    <a:pt x="1208" y="302"/>
                  </a:cubicBezTo>
                  <a:cubicBezTo>
                    <a:pt x="842" y="302"/>
                    <a:pt x="476" y="219"/>
                    <a:pt x="134" y="56"/>
                  </a:cubicBezTo>
                  <a:cubicBezTo>
                    <a:pt x="124" y="46"/>
                    <a:pt x="112" y="42"/>
                    <a:pt x="98" y="42"/>
                  </a:cubicBezTo>
                  <a:cubicBezTo>
                    <a:pt x="65" y="42"/>
                    <a:pt x="24" y="66"/>
                    <a:pt x="1" y="89"/>
                  </a:cubicBezTo>
                  <a:cubicBezTo>
                    <a:pt x="1" y="123"/>
                    <a:pt x="1" y="189"/>
                    <a:pt x="34" y="223"/>
                  </a:cubicBezTo>
                  <a:cubicBezTo>
                    <a:pt x="167" y="256"/>
                    <a:pt x="301" y="323"/>
                    <a:pt x="434" y="356"/>
                  </a:cubicBezTo>
                  <a:cubicBezTo>
                    <a:pt x="672" y="431"/>
                    <a:pt x="924" y="469"/>
                    <a:pt x="1179" y="469"/>
                  </a:cubicBezTo>
                  <a:cubicBezTo>
                    <a:pt x="1604" y="469"/>
                    <a:pt x="2040" y="364"/>
                    <a:pt x="2436" y="156"/>
                  </a:cubicBezTo>
                  <a:cubicBezTo>
                    <a:pt x="2469" y="156"/>
                    <a:pt x="2469" y="89"/>
                    <a:pt x="2469" y="56"/>
                  </a:cubicBezTo>
                  <a:cubicBezTo>
                    <a:pt x="2450" y="17"/>
                    <a:pt x="2419" y="1"/>
                    <a:pt x="239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6"/>
            <p:cNvSpPr/>
            <p:nvPr/>
          </p:nvSpPr>
          <p:spPr>
            <a:xfrm>
              <a:off x="4316575" y="1337025"/>
              <a:ext cx="35900" cy="35050"/>
            </a:xfrm>
            <a:custGeom>
              <a:avLst/>
              <a:gdLst/>
              <a:ahLst/>
              <a:cxnLst/>
              <a:rect l="l" t="t" r="r" b="b"/>
              <a:pathLst>
                <a:path w="1436" h="1402" extrusionOk="0">
                  <a:moveTo>
                    <a:pt x="215" y="0"/>
                  </a:moveTo>
                  <a:cubicBezTo>
                    <a:pt x="134" y="0"/>
                    <a:pt x="62" y="60"/>
                    <a:pt x="34" y="142"/>
                  </a:cubicBezTo>
                  <a:cubicBezTo>
                    <a:pt x="1" y="242"/>
                    <a:pt x="68" y="342"/>
                    <a:pt x="168" y="342"/>
                  </a:cubicBezTo>
                  <a:cubicBezTo>
                    <a:pt x="601" y="509"/>
                    <a:pt x="935" y="843"/>
                    <a:pt x="1068" y="1276"/>
                  </a:cubicBezTo>
                  <a:cubicBezTo>
                    <a:pt x="1102" y="1343"/>
                    <a:pt x="1135" y="1376"/>
                    <a:pt x="1202" y="1376"/>
                  </a:cubicBezTo>
                  <a:cubicBezTo>
                    <a:pt x="1219" y="1393"/>
                    <a:pt x="1235" y="1401"/>
                    <a:pt x="1252" y="1401"/>
                  </a:cubicBezTo>
                  <a:cubicBezTo>
                    <a:pt x="1269" y="1401"/>
                    <a:pt x="1285" y="1393"/>
                    <a:pt x="1302" y="1376"/>
                  </a:cubicBezTo>
                  <a:cubicBezTo>
                    <a:pt x="1402" y="1343"/>
                    <a:pt x="1435" y="1243"/>
                    <a:pt x="1402" y="1176"/>
                  </a:cubicBezTo>
                  <a:cubicBezTo>
                    <a:pt x="1235" y="609"/>
                    <a:pt x="802" y="176"/>
                    <a:pt x="268" y="9"/>
                  </a:cubicBezTo>
                  <a:cubicBezTo>
                    <a:pt x="250" y="3"/>
                    <a:pt x="232" y="0"/>
                    <a:pt x="21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6"/>
            <p:cNvSpPr/>
            <p:nvPr/>
          </p:nvSpPr>
          <p:spPr>
            <a:xfrm>
              <a:off x="4193175" y="1299350"/>
              <a:ext cx="47550" cy="14350"/>
            </a:xfrm>
            <a:custGeom>
              <a:avLst/>
              <a:gdLst/>
              <a:ahLst/>
              <a:cxnLst/>
              <a:rect l="l" t="t" r="r" b="b"/>
              <a:pathLst>
                <a:path w="1902" h="574" extrusionOk="0">
                  <a:moveTo>
                    <a:pt x="1009" y="1"/>
                  </a:moveTo>
                  <a:cubicBezTo>
                    <a:pt x="701" y="1"/>
                    <a:pt x="391" y="85"/>
                    <a:pt x="100" y="248"/>
                  </a:cubicBezTo>
                  <a:cubicBezTo>
                    <a:pt x="0" y="315"/>
                    <a:pt x="0" y="482"/>
                    <a:pt x="100" y="548"/>
                  </a:cubicBezTo>
                  <a:lnTo>
                    <a:pt x="134" y="548"/>
                  </a:lnTo>
                  <a:cubicBezTo>
                    <a:pt x="150" y="565"/>
                    <a:pt x="175" y="573"/>
                    <a:pt x="204" y="573"/>
                  </a:cubicBezTo>
                  <a:cubicBezTo>
                    <a:pt x="234" y="573"/>
                    <a:pt x="267" y="565"/>
                    <a:pt x="300" y="548"/>
                  </a:cubicBezTo>
                  <a:cubicBezTo>
                    <a:pt x="523" y="418"/>
                    <a:pt x="767" y="350"/>
                    <a:pt x="1015" y="350"/>
                  </a:cubicBezTo>
                  <a:cubicBezTo>
                    <a:pt x="1211" y="350"/>
                    <a:pt x="1409" y="393"/>
                    <a:pt x="1601" y="482"/>
                  </a:cubicBezTo>
                  <a:cubicBezTo>
                    <a:pt x="1628" y="491"/>
                    <a:pt x="1655" y="495"/>
                    <a:pt x="1680" y="495"/>
                  </a:cubicBezTo>
                  <a:cubicBezTo>
                    <a:pt x="1750" y="495"/>
                    <a:pt x="1810" y="464"/>
                    <a:pt x="1835" y="415"/>
                  </a:cubicBezTo>
                  <a:cubicBezTo>
                    <a:pt x="1901" y="315"/>
                    <a:pt x="1868" y="215"/>
                    <a:pt x="1768" y="182"/>
                  </a:cubicBezTo>
                  <a:cubicBezTo>
                    <a:pt x="1525" y="60"/>
                    <a:pt x="1267" y="1"/>
                    <a:pt x="100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6"/>
            <p:cNvSpPr/>
            <p:nvPr/>
          </p:nvSpPr>
          <p:spPr>
            <a:xfrm>
              <a:off x="3551875" y="1309725"/>
              <a:ext cx="153475" cy="127600"/>
            </a:xfrm>
            <a:custGeom>
              <a:avLst/>
              <a:gdLst/>
              <a:ahLst/>
              <a:cxnLst/>
              <a:rect l="l" t="t" r="r" b="b"/>
              <a:pathLst>
                <a:path w="6139" h="5104" extrusionOk="0">
                  <a:moveTo>
                    <a:pt x="3803" y="0"/>
                  </a:moveTo>
                  <a:lnTo>
                    <a:pt x="0" y="2602"/>
                  </a:lnTo>
                  <a:lnTo>
                    <a:pt x="2903" y="5104"/>
                  </a:lnTo>
                  <a:lnTo>
                    <a:pt x="5004" y="4103"/>
                  </a:lnTo>
                  <a:cubicBezTo>
                    <a:pt x="6138" y="2602"/>
                    <a:pt x="3803" y="0"/>
                    <a:pt x="38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6"/>
            <p:cNvSpPr/>
            <p:nvPr/>
          </p:nvSpPr>
          <p:spPr>
            <a:xfrm>
              <a:off x="3519576" y="1253626"/>
              <a:ext cx="128450" cy="121375"/>
            </a:xfrm>
            <a:custGeom>
              <a:avLst/>
              <a:gdLst/>
              <a:ahLst/>
              <a:cxnLst/>
              <a:rect l="l" t="t" r="r" b="b"/>
              <a:pathLst>
                <a:path w="5138" h="4855" extrusionOk="0">
                  <a:moveTo>
                    <a:pt x="3014" y="1"/>
                  </a:moveTo>
                  <a:cubicBezTo>
                    <a:pt x="2832" y="1"/>
                    <a:pt x="2646" y="39"/>
                    <a:pt x="2469" y="118"/>
                  </a:cubicBezTo>
                  <a:lnTo>
                    <a:pt x="1001" y="785"/>
                  </a:lnTo>
                  <a:cubicBezTo>
                    <a:pt x="300" y="1119"/>
                    <a:pt x="0" y="1919"/>
                    <a:pt x="334" y="2620"/>
                  </a:cubicBezTo>
                  <a:lnTo>
                    <a:pt x="1334" y="4855"/>
                  </a:lnTo>
                  <a:lnTo>
                    <a:pt x="5137" y="2253"/>
                  </a:lnTo>
                  <a:lnTo>
                    <a:pt x="4103" y="618"/>
                  </a:lnTo>
                  <a:cubicBezTo>
                    <a:pt x="3868" y="218"/>
                    <a:pt x="3450" y="1"/>
                    <a:pt x="30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6"/>
            <p:cNvSpPr/>
            <p:nvPr/>
          </p:nvSpPr>
          <p:spPr>
            <a:xfrm>
              <a:off x="3321900" y="1807950"/>
              <a:ext cx="742025" cy="252325"/>
            </a:xfrm>
            <a:custGeom>
              <a:avLst/>
              <a:gdLst/>
              <a:ahLst/>
              <a:cxnLst/>
              <a:rect l="l" t="t" r="r" b="b"/>
              <a:pathLst>
                <a:path w="29681" h="10093" extrusionOk="0">
                  <a:moveTo>
                    <a:pt x="1925" y="1"/>
                  </a:moveTo>
                  <a:cubicBezTo>
                    <a:pt x="770" y="1"/>
                    <a:pt x="0" y="1517"/>
                    <a:pt x="994" y="2454"/>
                  </a:cubicBezTo>
                  <a:cubicBezTo>
                    <a:pt x="1894" y="3254"/>
                    <a:pt x="2795" y="3988"/>
                    <a:pt x="3762" y="4689"/>
                  </a:cubicBezTo>
                  <a:cubicBezTo>
                    <a:pt x="4696" y="5389"/>
                    <a:pt x="5664" y="6056"/>
                    <a:pt x="6664" y="6723"/>
                  </a:cubicBezTo>
                  <a:cubicBezTo>
                    <a:pt x="7665" y="7357"/>
                    <a:pt x="8699" y="7958"/>
                    <a:pt x="9800" y="8525"/>
                  </a:cubicBezTo>
                  <a:cubicBezTo>
                    <a:pt x="10901" y="9125"/>
                    <a:pt x="12102" y="9592"/>
                    <a:pt x="13302" y="9992"/>
                  </a:cubicBezTo>
                  <a:cubicBezTo>
                    <a:pt x="13569" y="10059"/>
                    <a:pt x="13803" y="10093"/>
                    <a:pt x="14070" y="10093"/>
                  </a:cubicBezTo>
                  <a:lnTo>
                    <a:pt x="14236" y="10093"/>
                  </a:lnTo>
                  <a:cubicBezTo>
                    <a:pt x="15437" y="9992"/>
                    <a:pt x="16605" y="9826"/>
                    <a:pt x="17772" y="9626"/>
                  </a:cubicBezTo>
                  <a:cubicBezTo>
                    <a:pt x="18373" y="9525"/>
                    <a:pt x="18940" y="9392"/>
                    <a:pt x="19507" y="9259"/>
                  </a:cubicBezTo>
                  <a:cubicBezTo>
                    <a:pt x="20107" y="9125"/>
                    <a:pt x="20674" y="8958"/>
                    <a:pt x="21208" y="8792"/>
                  </a:cubicBezTo>
                  <a:cubicBezTo>
                    <a:pt x="22342" y="8491"/>
                    <a:pt x="23443" y="8091"/>
                    <a:pt x="24544" y="7657"/>
                  </a:cubicBezTo>
                  <a:cubicBezTo>
                    <a:pt x="25111" y="7457"/>
                    <a:pt x="25645" y="7257"/>
                    <a:pt x="26178" y="6990"/>
                  </a:cubicBezTo>
                  <a:cubicBezTo>
                    <a:pt x="26445" y="6857"/>
                    <a:pt x="26712" y="6723"/>
                    <a:pt x="26979" y="6590"/>
                  </a:cubicBezTo>
                  <a:cubicBezTo>
                    <a:pt x="27246" y="6457"/>
                    <a:pt x="27513" y="6323"/>
                    <a:pt x="27813" y="6156"/>
                  </a:cubicBezTo>
                  <a:cubicBezTo>
                    <a:pt x="29147" y="5456"/>
                    <a:pt x="29681" y="3821"/>
                    <a:pt x="29014" y="2454"/>
                  </a:cubicBezTo>
                  <a:cubicBezTo>
                    <a:pt x="28528" y="1433"/>
                    <a:pt x="27511" y="820"/>
                    <a:pt x="26453" y="820"/>
                  </a:cubicBezTo>
                  <a:cubicBezTo>
                    <a:pt x="26058" y="820"/>
                    <a:pt x="25658" y="905"/>
                    <a:pt x="25278" y="1086"/>
                  </a:cubicBezTo>
                  <a:lnTo>
                    <a:pt x="25144" y="1153"/>
                  </a:lnTo>
                  <a:lnTo>
                    <a:pt x="24510" y="1453"/>
                  </a:lnTo>
                  <a:lnTo>
                    <a:pt x="23810" y="1753"/>
                  </a:lnTo>
                  <a:cubicBezTo>
                    <a:pt x="23343" y="1953"/>
                    <a:pt x="22876" y="2187"/>
                    <a:pt x="22409" y="2354"/>
                  </a:cubicBezTo>
                  <a:cubicBezTo>
                    <a:pt x="21442" y="2787"/>
                    <a:pt x="20508" y="3121"/>
                    <a:pt x="19540" y="3454"/>
                  </a:cubicBezTo>
                  <a:cubicBezTo>
                    <a:pt x="18573" y="3788"/>
                    <a:pt x="17572" y="4088"/>
                    <a:pt x="16605" y="4355"/>
                  </a:cubicBezTo>
                  <a:cubicBezTo>
                    <a:pt x="15737" y="4589"/>
                    <a:pt x="14870" y="4755"/>
                    <a:pt x="14003" y="4922"/>
                  </a:cubicBezTo>
                  <a:cubicBezTo>
                    <a:pt x="13269" y="4722"/>
                    <a:pt x="12468" y="4488"/>
                    <a:pt x="11668" y="4188"/>
                  </a:cubicBezTo>
                  <a:cubicBezTo>
                    <a:pt x="10701" y="3821"/>
                    <a:pt x="9666" y="3421"/>
                    <a:pt x="8666" y="2954"/>
                  </a:cubicBezTo>
                  <a:cubicBezTo>
                    <a:pt x="7665" y="2520"/>
                    <a:pt x="6631" y="2053"/>
                    <a:pt x="5630" y="1586"/>
                  </a:cubicBezTo>
                  <a:lnTo>
                    <a:pt x="2595" y="152"/>
                  </a:lnTo>
                  <a:lnTo>
                    <a:pt x="2561" y="152"/>
                  </a:lnTo>
                  <a:cubicBezTo>
                    <a:pt x="2342" y="48"/>
                    <a:pt x="2128" y="1"/>
                    <a:pt x="1925" y="1"/>
                  </a:cubicBezTo>
                  <a:close/>
                </a:path>
              </a:pathLst>
            </a:custGeom>
            <a:solidFill>
              <a:srgbClr val="FF8B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6"/>
            <p:cNvSpPr/>
            <p:nvPr/>
          </p:nvSpPr>
          <p:spPr>
            <a:xfrm>
              <a:off x="3790375" y="1776625"/>
              <a:ext cx="353300" cy="298650"/>
            </a:xfrm>
            <a:custGeom>
              <a:avLst/>
              <a:gdLst/>
              <a:ahLst/>
              <a:cxnLst/>
              <a:rect l="l" t="t" r="r" b="b"/>
              <a:pathLst>
                <a:path w="14132" h="11946" extrusionOk="0">
                  <a:moveTo>
                    <a:pt x="10980" y="0"/>
                  </a:moveTo>
                  <a:cubicBezTo>
                    <a:pt x="10687" y="0"/>
                    <a:pt x="10363" y="54"/>
                    <a:pt x="10008" y="171"/>
                  </a:cubicBezTo>
                  <a:cubicBezTo>
                    <a:pt x="6572" y="1372"/>
                    <a:pt x="3236" y="2773"/>
                    <a:pt x="1" y="4441"/>
                  </a:cubicBezTo>
                  <a:cubicBezTo>
                    <a:pt x="835" y="7276"/>
                    <a:pt x="2369" y="9878"/>
                    <a:pt x="4504" y="11946"/>
                  </a:cubicBezTo>
                  <a:cubicBezTo>
                    <a:pt x="4504" y="11946"/>
                    <a:pt x="6305" y="11846"/>
                    <a:pt x="9974" y="9077"/>
                  </a:cubicBezTo>
                  <a:cubicBezTo>
                    <a:pt x="13728" y="6270"/>
                    <a:pt x="14131" y="0"/>
                    <a:pt x="10980"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6"/>
            <p:cNvSpPr/>
            <p:nvPr/>
          </p:nvSpPr>
          <p:spPr>
            <a:xfrm>
              <a:off x="3274175" y="1764200"/>
              <a:ext cx="121775" cy="114275"/>
            </a:xfrm>
            <a:custGeom>
              <a:avLst/>
              <a:gdLst/>
              <a:ahLst/>
              <a:cxnLst/>
              <a:rect l="l" t="t" r="r" b="b"/>
              <a:pathLst>
                <a:path w="4871" h="4571" extrusionOk="0">
                  <a:moveTo>
                    <a:pt x="1535" y="1"/>
                  </a:moveTo>
                  <a:lnTo>
                    <a:pt x="1" y="4237"/>
                  </a:lnTo>
                  <a:lnTo>
                    <a:pt x="3737" y="4571"/>
                  </a:lnTo>
                  <a:lnTo>
                    <a:pt x="4837" y="2603"/>
                  </a:lnTo>
                  <a:cubicBezTo>
                    <a:pt x="4871" y="735"/>
                    <a:pt x="1535" y="1"/>
                    <a:pt x="15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6"/>
            <p:cNvSpPr/>
            <p:nvPr/>
          </p:nvSpPr>
          <p:spPr>
            <a:xfrm>
              <a:off x="3201851" y="1745001"/>
              <a:ext cx="111750" cy="126200"/>
            </a:xfrm>
            <a:custGeom>
              <a:avLst/>
              <a:gdLst/>
              <a:ahLst/>
              <a:cxnLst/>
              <a:rect l="l" t="t" r="r" b="b"/>
              <a:pathLst>
                <a:path w="4470" h="5048" extrusionOk="0">
                  <a:moveTo>
                    <a:pt x="2225" y="0"/>
                  </a:moveTo>
                  <a:cubicBezTo>
                    <a:pt x="1790" y="0"/>
                    <a:pt x="1384" y="235"/>
                    <a:pt x="1168" y="644"/>
                  </a:cubicBezTo>
                  <a:lnTo>
                    <a:pt x="367" y="2012"/>
                  </a:lnTo>
                  <a:cubicBezTo>
                    <a:pt x="0" y="2679"/>
                    <a:pt x="234" y="3479"/>
                    <a:pt x="901" y="3846"/>
                  </a:cubicBezTo>
                  <a:lnTo>
                    <a:pt x="2936" y="5047"/>
                  </a:lnTo>
                  <a:lnTo>
                    <a:pt x="4470" y="811"/>
                  </a:lnTo>
                  <a:lnTo>
                    <a:pt x="2735" y="110"/>
                  </a:lnTo>
                  <a:cubicBezTo>
                    <a:pt x="2567" y="36"/>
                    <a:pt x="2394" y="0"/>
                    <a:pt x="22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6"/>
            <p:cNvSpPr/>
            <p:nvPr/>
          </p:nvSpPr>
          <p:spPr>
            <a:xfrm>
              <a:off x="2112525" y="2701550"/>
              <a:ext cx="3367425" cy="54225"/>
            </a:xfrm>
            <a:custGeom>
              <a:avLst/>
              <a:gdLst/>
              <a:ahLst/>
              <a:cxnLst/>
              <a:rect l="l" t="t" r="r" b="b"/>
              <a:pathLst>
                <a:path w="134697" h="2169" extrusionOk="0">
                  <a:moveTo>
                    <a:pt x="1101" y="0"/>
                  </a:moveTo>
                  <a:cubicBezTo>
                    <a:pt x="500" y="0"/>
                    <a:pt x="0" y="501"/>
                    <a:pt x="33" y="1101"/>
                  </a:cubicBezTo>
                  <a:cubicBezTo>
                    <a:pt x="33" y="1668"/>
                    <a:pt x="500" y="2168"/>
                    <a:pt x="1101" y="2168"/>
                  </a:cubicBezTo>
                  <a:lnTo>
                    <a:pt x="133595" y="2168"/>
                  </a:lnTo>
                  <a:cubicBezTo>
                    <a:pt x="134196" y="2168"/>
                    <a:pt x="134663" y="1668"/>
                    <a:pt x="134663" y="1101"/>
                  </a:cubicBezTo>
                  <a:cubicBezTo>
                    <a:pt x="134696" y="501"/>
                    <a:pt x="134196" y="0"/>
                    <a:pt x="133595"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6"/>
            <p:cNvSpPr/>
            <p:nvPr/>
          </p:nvSpPr>
          <p:spPr>
            <a:xfrm>
              <a:off x="4733550" y="2502225"/>
              <a:ext cx="157650" cy="199350"/>
            </a:xfrm>
            <a:custGeom>
              <a:avLst/>
              <a:gdLst/>
              <a:ahLst/>
              <a:cxnLst/>
              <a:rect l="l" t="t" r="r" b="b"/>
              <a:pathLst>
                <a:path w="6306" h="7974" extrusionOk="0">
                  <a:moveTo>
                    <a:pt x="534" y="1"/>
                  </a:moveTo>
                  <a:cubicBezTo>
                    <a:pt x="234" y="1"/>
                    <a:pt x="1" y="234"/>
                    <a:pt x="1" y="535"/>
                  </a:cubicBezTo>
                  <a:lnTo>
                    <a:pt x="1" y="7439"/>
                  </a:lnTo>
                  <a:cubicBezTo>
                    <a:pt x="1" y="7740"/>
                    <a:pt x="234" y="7973"/>
                    <a:pt x="534" y="7973"/>
                  </a:cubicBezTo>
                  <a:lnTo>
                    <a:pt x="5771" y="7973"/>
                  </a:lnTo>
                  <a:cubicBezTo>
                    <a:pt x="6072" y="7973"/>
                    <a:pt x="6305" y="7740"/>
                    <a:pt x="6305" y="7439"/>
                  </a:cubicBezTo>
                  <a:lnTo>
                    <a:pt x="6305" y="535"/>
                  </a:lnTo>
                  <a:cubicBezTo>
                    <a:pt x="6305" y="234"/>
                    <a:pt x="6072" y="1"/>
                    <a:pt x="5771"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6"/>
            <p:cNvSpPr/>
            <p:nvPr/>
          </p:nvSpPr>
          <p:spPr>
            <a:xfrm>
              <a:off x="4795250" y="2529925"/>
              <a:ext cx="167650" cy="143300"/>
            </a:xfrm>
            <a:custGeom>
              <a:avLst/>
              <a:gdLst/>
              <a:ahLst/>
              <a:cxnLst/>
              <a:rect l="l" t="t" r="r" b="b"/>
              <a:pathLst>
                <a:path w="6706" h="5732" extrusionOk="0">
                  <a:moveTo>
                    <a:pt x="3797" y="861"/>
                  </a:moveTo>
                  <a:cubicBezTo>
                    <a:pt x="3810" y="861"/>
                    <a:pt x="3824" y="861"/>
                    <a:pt x="3837" y="861"/>
                  </a:cubicBezTo>
                  <a:cubicBezTo>
                    <a:pt x="4971" y="861"/>
                    <a:pt x="5872" y="1762"/>
                    <a:pt x="5872" y="2862"/>
                  </a:cubicBezTo>
                  <a:cubicBezTo>
                    <a:pt x="5872" y="4107"/>
                    <a:pt x="4859" y="4921"/>
                    <a:pt x="3812" y="4921"/>
                  </a:cubicBezTo>
                  <a:cubicBezTo>
                    <a:pt x="3315" y="4921"/>
                    <a:pt x="2811" y="4738"/>
                    <a:pt x="2403" y="4330"/>
                  </a:cubicBezTo>
                  <a:cubicBezTo>
                    <a:pt x="1112" y="3039"/>
                    <a:pt x="2022" y="861"/>
                    <a:pt x="3797" y="861"/>
                  </a:cubicBezTo>
                  <a:close/>
                  <a:moveTo>
                    <a:pt x="3816" y="0"/>
                  </a:moveTo>
                  <a:cubicBezTo>
                    <a:pt x="3108" y="0"/>
                    <a:pt x="2387" y="266"/>
                    <a:pt x="1802" y="861"/>
                  </a:cubicBezTo>
                  <a:cubicBezTo>
                    <a:pt x="1" y="2662"/>
                    <a:pt x="1269" y="5731"/>
                    <a:pt x="3837" y="5731"/>
                  </a:cubicBezTo>
                  <a:cubicBezTo>
                    <a:pt x="5438" y="5731"/>
                    <a:pt x="6706" y="4463"/>
                    <a:pt x="6706" y="2862"/>
                  </a:cubicBezTo>
                  <a:cubicBezTo>
                    <a:pt x="6706" y="1150"/>
                    <a:pt x="5290" y="0"/>
                    <a:pt x="381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6"/>
            <p:cNvSpPr/>
            <p:nvPr/>
          </p:nvSpPr>
          <p:spPr>
            <a:xfrm>
              <a:off x="4505050" y="2701550"/>
              <a:ext cx="974900" cy="54225"/>
            </a:xfrm>
            <a:custGeom>
              <a:avLst/>
              <a:gdLst/>
              <a:ahLst/>
              <a:cxnLst/>
              <a:rect l="l" t="t" r="r" b="b"/>
              <a:pathLst>
                <a:path w="38996" h="2169" extrusionOk="0">
                  <a:moveTo>
                    <a:pt x="1068" y="0"/>
                  </a:moveTo>
                  <a:cubicBezTo>
                    <a:pt x="468" y="0"/>
                    <a:pt x="1" y="501"/>
                    <a:pt x="1" y="1101"/>
                  </a:cubicBezTo>
                  <a:cubicBezTo>
                    <a:pt x="1" y="1668"/>
                    <a:pt x="468" y="2168"/>
                    <a:pt x="1068" y="2168"/>
                  </a:cubicBezTo>
                  <a:lnTo>
                    <a:pt x="37894" y="2168"/>
                  </a:lnTo>
                  <a:cubicBezTo>
                    <a:pt x="38495" y="2168"/>
                    <a:pt x="38962" y="1668"/>
                    <a:pt x="38962" y="1101"/>
                  </a:cubicBezTo>
                  <a:cubicBezTo>
                    <a:pt x="38995" y="501"/>
                    <a:pt x="38495" y="0"/>
                    <a:pt x="37894" y="0"/>
                  </a:cubicBezTo>
                  <a:close/>
                </a:path>
              </a:pathLst>
            </a:custGeom>
            <a:solidFill>
              <a:srgbClr val="2F9C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6"/>
            <p:cNvSpPr/>
            <p:nvPr/>
          </p:nvSpPr>
          <p:spPr>
            <a:xfrm>
              <a:off x="4941200" y="2755750"/>
              <a:ext cx="101775" cy="813100"/>
            </a:xfrm>
            <a:custGeom>
              <a:avLst/>
              <a:gdLst/>
              <a:ahLst/>
              <a:cxnLst/>
              <a:rect l="l" t="t" r="r" b="b"/>
              <a:pathLst>
                <a:path w="4071" h="32524" extrusionOk="0">
                  <a:moveTo>
                    <a:pt x="0" y="0"/>
                  </a:moveTo>
                  <a:lnTo>
                    <a:pt x="0" y="32524"/>
                  </a:lnTo>
                  <a:lnTo>
                    <a:pt x="4070" y="32524"/>
                  </a:lnTo>
                  <a:lnTo>
                    <a:pt x="407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6"/>
            <p:cNvSpPr/>
            <p:nvPr/>
          </p:nvSpPr>
          <p:spPr>
            <a:xfrm>
              <a:off x="5145500" y="2755750"/>
              <a:ext cx="194350" cy="41725"/>
            </a:xfrm>
            <a:custGeom>
              <a:avLst/>
              <a:gdLst/>
              <a:ahLst/>
              <a:cxnLst/>
              <a:rect l="l" t="t" r="r" b="b"/>
              <a:pathLst>
                <a:path w="7774" h="1669" extrusionOk="0">
                  <a:moveTo>
                    <a:pt x="1" y="0"/>
                  </a:moveTo>
                  <a:lnTo>
                    <a:pt x="1" y="768"/>
                  </a:lnTo>
                  <a:cubicBezTo>
                    <a:pt x="1" y="1268"/>
                    <a:pt x="401" y="1668"/>
                    <a:pt x="902" y="1668"/>
                  </a:cubicBezTo>
                  <a:lnTo>
                    <a:pt x="6873" y="1668"/>
                  </a:lnTo>
                  <a:cubicBezTo>
                    <a:pt x="7373" y="1668"/>
                    <a:pt x="7773" y="1268"/>
                    <a:pt x="7773" y="768"/>
                  </a:cubicBezTo>
                  <a:lnTo>
                    <a:pt x="777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6"/>
            <p:cNvSpPr/>
            <p:nvPr/>
          </p:nvSpPr>
          <p:spPr>
            <a:xfrm>
              <a:off x="4916175" y="3367025"/>
              <a:ext cx="151800" cy="813100"/>
            </a:xfrm>
            <a:custGeom>
              <a:avLst/>
              <a:gdLst/>
              <a:ahLst/>
              <a:cxnLst/>
              <a:rect l="l" t="t" r="r" b="b"/>
              <a:pathLst>
                <a:path w="6072" h="32524" extrusionOk="0">
                  <a:moveTo>
                    <a:pt x="1" y="0"/>
                  </a:moveTo>
                  <a:lnTo>
                    <a:pt x="1" y="32524"/>
                  </a:lnTo>
                  <a:lnTo>
                    <a:pt x="6072" y="32524"/>
                  </a:lnTo>
                  <a:lnTo>
                    <a:pt x="607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6"/>
            <p:cNvSpPr/>
            <p:nvPr/>
          </p:nvSpPr>
          <p:spPr>
            <a:xfrm>
              <a:off x="4891175" y="3868200"/>
              <a:ext cx="202650" cy="813125"/>
            </a:xfrm>
            <a:custGeom>
              <a:avLst/>
              <a:gdLst/>
              <a:ahLst/>
              <a:cxnLst/>
              <a:rect l="l" t="t" r="r" b="b"/>
              <a:pathLst>
                <a:path w="8106" h="32525" extrusionOk="0">
                  <a:moveTo>
                    <a:pt x="0" y="1"/>
                  </a:moveTo>
                  <a:lnTo>
                    <a:pt x="0" y="32524"/>
                  </a:lnTo>
                  <a:lnTo>
                    <a:pt x="8106" y="32524"/>
                  </a:lnTo>
                  <a:lnTo>
                    <a:pt x="810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6"/>
            <p:cNvSpPr/>
            <p:nvPr/>
          </p:nvSpPr>
          <p:spPr>
            <a:xfrm>
              <a:off x="4772750" y="4636250"/>
              <a:ext cx="438675" cy="45075"/>
            </a:xfrm>
            <a:custGeom>
              <a:avLst/>
              <a:gdLst/>
              <a:ahLst/>
              <a:cxnLst/>
              <a:rect l="l" t="t" r="r" b="b"/>
              <a:pathLst>
                <a:path w="17547" h="1803" extrusionOk="0">
                  <a:moveTo>
                    <a:pt x="1802" y="1"/>
                  </a:moveTo>
                  <a:cubicBezTo>
                    <a:pt x="801" y="1"/>
                    <a:pt x="0" y="802"/>
                    <a:pt x="0" y="1802"/>
                  </a:cubicBezTo>
                  <a:lnTo>
                    <a:pt x="17546" y="1802"/>
                  </a:lnTo>
                  <a:cubicBezTo>
                    <a:pt x="17546" y="802"/>
                    <a:pt x="16746" y="1"/>
                    <a:pt x="1574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6"/>
            <p:cNvSpPr/>
            <p:nvPr/>
          </p:nvSpPr>
          <p:spPr>
            <a:xfrm>
              <a:off x="2549500" y="2755750"/>
              <a:ext cx="101750" cy="813100"/>
            </a:xfrm>
            <a:custGeom>
              <a:avLst/>
              <a:gdLst/>
              <a:ahLst/>
              <a:cxnLst/>
              <a:rect l="l" t="t" r="r" b="b"/>
              <a:pathLst>
                <a:path w="4070" h="32524" extrusionOk="0">
                  <a:moveTo>
                    <a:pt x="0" y="0"/>
                  </a:moveTo>
                  <a:lnTo>
                    <a:pt x="0" y="32524"/>
                  </a:lnTo>
                  <a:lnTo>
                    <a:pt x="4070" y="32524"/>
                  </a:lnTo>
                  <a:lnTo>
                    <a:pt x="407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6"/>
            <p:cNvSpPr/>
            <p:nvPr/>
          </p:nvSpPr>
          <p:spPr>
            <a:xfrm>
              <a:off x="2524475" y="3367025"/>
              <a:ext cx="151800" cy="813100"/>
            </a:xfrm>
            <a:custGeom>
              <a:avLst/>
              <a:gdLst/>
              <a:ahLst/>
              <a:cxnLst/>
              <a:rect l="l" t="t" r="r" b="b"/>
              <a:pathLst>
                <a:path w="6072" h="32524" extrusionOk="0">
                  <a:moveTo>
                    <a:pt x="0" y="0"/>
                  </a:moveTo>
                  <a:lnTo>
                    <a:pt x="0" y="32524"/>
                  </a:lnTo>
                  <a:lnTo>
                    <a:pt x="6071" y="32524"/>
                  </a:lnTo>
                  <a:lnTo>
                    <a:pt x="607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6"/>
            <p:cNvSpPr/>
            <p:nvPr/>
          </p:nvSpPr>
          <p:spPr>
            <a:xfrm>
              <a:off x="2498625" y="3868200"/>
              <a:ext cx="202675" cy="813125"/>
            </a:xfrm>
            <a:custGeom>
              <a:avLst/>
              <a:gdLst/>
              <a:ahLst/>
              <a:cxnLst/>
              <a:rect l="l" t="t" r="r" b="b"/>
              <a:pathLst>
                <a:path w="8107" h="32525" extrusionOk="0">
                  <a:moveTo>
                    <a:pt x="0" y="1"/>
                  </a:moveTo>
                  <a:lnTo>
                    <a:pt x="0" y="32524"/>
                  </a:lnTo>
                  <a:lnTo>
                    <a:pt x="8106" y="32524"/>
                  </a:lnTo>
                  <a:lnTo>
                    <a:pt x="810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6"/>
            <p:cNvSpPr/>
            <p:nvPr/>
          </p:nvSpPr>
          <p:spPr>
            <a:xfrm>
              <a:off x="2381050" y="4636250"/>
              <a:ext cx="438650" cy="45075"/>
            </a:xfrm>
            <a:custGeom>
              <a:avLst/>
              <a:gdLst/>
              <a:ahLst/>
              <a:cxnLst/>
              <a:rect l="l" t="t" r="r" b="b"/>
              <a:pathLst>
                <a:path w="17546" h="1803" extrusionOk="0">
                  <a:moveTo>
                    <a:pt x="1801" y="1"/>
                  </a:moveTo>
                  <a:cubicBezTo>
                    <a:pt x="801" y="1"/>
                    <a:pt x="0" y="802"/>
                    <a:pt x="0" y="1802"/>
                  </a:cubicBezTo>
                  <a:lnTo>
                    <a:pt x="17546" y="1802"/>
                  </a:lnTo>
                  <a:cubicBezTo>
                    <a:pt x="17546" y="802"/>
                    <a:pt x="16745" y="1"/>
                    <a:pt x="1574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6"/>
            <p:cNvSpPr/>
            <p:nvPr/>
          </p:nvSpPr>
          <p:spPr>
            <a:xfrm>
              <a:off x="2597025" y="2669025"/>
              <a:ext cx="1280950" cy="32550"/>
            </a:xfrm>
            <a:custGeom>
              <a:avLst/>
              <a:gdLst/>
              <a:ahLst/>
              <a:cxnLst/>
              <a:rect l="l" t="t" r="r" b="b"/>
              <a:pathLst>
                <a:path w="51238" h="1302" extrusionOk="0">
                  <a:moveTo>
                    <a:pt x="634" y="0"/>
                  </a:moveTo>
                  <a:cubicBezTo>
                    <a:pt x="267" y="0"/>
                    <a:pt x="1" y="300"/>
                    <a:pt x="1" y="667"/>
                  </a:cubicBezTo>
                  <a:cubicBezTo>
                    <a:pt x="1" y="1001"/>
                    <a:pt x="267" y="1301"/>
                    <a:pt x="634" y="1301"/>
                  </a:cubicBezTo>
                  <a:lnTo>
                    <a:pt x="50570" y="1301"/>
                  </a:lnTo>
                  <a:cubicBezTo>
                    <a:pt x="50937" y="1301"/>
                    <a:pt x="51237" y="1001"/>
                    <a:pt x="51237" y="667"/>
                  </a:cubicBezTo>
                  <a:cubicBezTo>
                    <a:pt x="51237" y="300"/>
                    <a:pt x="50937" y="0"/>
                    <a:pt x="50570"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6"/>
            <p:cNvSpPr/>
            <p:nvPr/>
          </p:nvSpPr>
          <p:spPr>
            <a:xfrm>
              <a:off x="2597025" y="2669025"/>
              <a:ext cx="1280950" cy="32550"/>
            </a:xfrm>
            <a:custGeom>
              <a:avLst/>
              <a:gdLst/>
              <a:ahLst/>
              <a:cxnLst/>
              <a:rect l="l" t="t" r="r" b="b"/>
              <a:pathLst>
                <a:path w="51238" h="1302" extrusionOk="0">
                  <a:moveTo>
                    <a:pt x="634" y="0"/>
                  </a:moveTo>
                  <a:cubicBezTo>
                    <a:pt x="267" y="0"/>
                    <a:pt x="1" y="300"/>
                    <a:pt x="1" y="667"/>
                  </a:cubicBezTo>
                  <a:cubicBezTo>
                    <a:pt x="1" y="1001"/>
                    <a:pt x="267" y="1301"/>
                    <a:pt x="634" y="1301"/>
                  </a:cubicBezTo>
                  <a:lnTo>
                    <a:pt x="50570" y="1301"/>
                  </a:lnTo>
                  <a:cubicBezTo>
                    <a:pt x="50937" y="1301"/>
                    <a:pt x="51237" y="1001"/>
                    <a:pt x="51237" y="667"/>
                  </a:cubicBezTo>
                  <a:cubicBezTo>
                    <a:pt x="51237" y="300"/>
                    <a:pt x="50937" y="0"/>
                    <a:pt x="50570" y="0"/>
                  </a:cubicBezTo>
                  <a:close/>
                </a:path>
              </a:pathLst>
            </a:custGeom>
            <a:solidFill>
              <a:srgbClr val="2F9C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6"/>
            <p:cNvSpPr/>
            <p:nvPr/>
          </p:nvSpPr>
          <p:spPr>
            <a:xfrm>
              <a:off x="2495375" y="2086925"/>
              <a:ext cx="1060700" cy="598800"/>
            </a:xfrm>
            <a:custGeom>
              <a:avLst/>
              <a:gdLst/>
              <a:ahLst/>
              <a:cxnLst/>
              <a:rect l="l" t="t" r="r" b="b"/>
              <a:pathLst>
                <a:path w="42428" h="23952" extrusionOk="0">
                  <a:moveTo>
                    <a:pt x="1711" y="0"/>
                  </a:moveTo>
                  <a:cubicBezTo>
                    <a:pt x="737" y="0"/>
                    <a:pt x="1" y="886"/>
                    <a:pt x="197" y="1869"/>
                  </a:cubicBezTo>
                  <a:lnTo>
                    <a:pt x="3099" y="22083"/>
                  </a:lnTo>
                  <a:cubicBezTo>
                    <a:pt x="3266" y="23117"/>
                    <a:pt x="4167" y="23918"/>
                    <a:pt x="5234" y="23951"/>
                  </a:cubicBezTo>
                  <a:lnTo>
                    <a:pt x="40659" y="23951"/>
                  </a:lnTo>
                  <a:cubicBezTo>
                    <a:pt x="41660" y="23951"/>
                    <a:pt x="42427" y="23084"/>
                    <a:pt x="42260" y="22083"/>
                  </a:cubicBezTo>
                  <a:lnTo>
                    <a:pt x="39325" y="1869"/>
                  </a:lnTo>
                  <a:cubicBezTo>
                    <a:pt x="39158" y="802"/>
                    <a:pt x="38258" y="34"/>
                    <a:pt x="37224" y="1"/>
                  </a:cubicBezTo>
                  <a:lnTo>
                    <a:pt x="1765" y="1"/>
                  </a:lnTo>
                  <a:cubicBezTo>
                    <a:pt x="1747" y="0"/>
                    <a:pt x="1729" y="0"/>
                    <a:pt x="1711"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6"/>
            <p:cNvSpPr/>
            <p:nvPr/>
          </p:nvSpPr>
          <p:spPr>
            <a:xfrm>
              <a:off x="2495375" y="2086925"/>
              <a:ext cx="673750" cy="598800"/>
            </a:xfrm>
            <a:custGeom>
              <a:avLst/>
              <a:gdLst/>
              <a:ahLst/>
              <a:cxnLst/>
              <a:rect l="l" t="t" r="r" b="b"/>
              <a:pathLst>
                <a:path w="26950" h="23952" extrusionOk="0">
                  <a:moveTo>
                    <a:pt x="1711" y="0"/>
                  </a:moveTo>
                  <a:cubicBezTo>
                    <a:pt x="737" y="0"/>
                    <a:pt x="1" y="886"/>
                    <a:pt x="197" y="1869"/>
                  </a:cubicBezTo>
                  <a:lnTo>
                    <a:pt x="3099" y="22083"/>
                  </a:lnTo>
                  <a:cubicBezTo>
                    <a:pt x="3266" y="23117"/>
                    <a:pt x="4167" y="23918"/>
                    <a:pt x="5234" y="23951"/>
                  </a:cubicBezTo>
                  <a:lnTo>
                    <a:pt x="11805" y="23951"/>
                  </a:lnTo>
                  <a:cubicBezTo>
                    <a:pt x="13073" y="23951"/>
                    <a:pt x="14240" y="23284"/>
                    <a:pt x="14874" y="22183"/>
                  </a:cubicBezTo>
                  <a:lnTo>
                    <a:pt x="26216" y="2803"/>
                  </a:lnTo>
                  <a:cubicBezTo>
                    <a:pt x="26950" y="1569"/>
                    <a:pt x="26049" y="1"/>
                    <a:pt x="24615" y="1"/>
                  </a:cubicBezTo>
                  <a:lnTo>
                    <a:pt x="1765" y="1"/>
                  </a:lnTo>
                  <a:cubicBezTo>
                    <a:pt x="1747" y="0"/>
                    <a:pt x="1729" y="0"/>
                    <a:pt x="1711" y="0"/>
                  </a:cubicBezTo>
                  <a:close/>
                </a:path>
              </a:pathLst>
            </a:custGeom>
            <a:solidFill>
              <a:srgbClr val="61D5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Shape 302"/>
        <p:cNvGrpSpPr/>
        <p:nvPr/>
      </p:nvGrpSpPr>
      <p:grpSpPr>
        <a:xfrm>
          <a:off x="0" y="0"/>
          <a:ext cx="0" cy="0"/>
          <a:chOff x="0" y="0"/>
          <a:chExt cx="0" cy="0"/>
        </a:xfrm>
      </p:grpSpPr>
      <p:sp>
        <p:nvSpPr>
          <p:cNvPr id="304" name="Google Shape;304;p28"/>
          <p:cNvSpPr txBox="1">
            <a:spLocks noGrp="1"/>
          </p:cNvSpPr>
          <p:nvPr>
            <p:ph type="subTitle" idx="1"/>
          </p:nvPr>
        </p:nvSpPr>
        <p:spPr>
          <a:xfrm>
            <a:off x="766622" y="2310939"/>
            <a:ext cx="15057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t>What is a Database?</a:t>
            </a:r>
            <a:endParaRPr sz="1400" dirty="0"/>
          </a:p>
        </p:txBody>
      </p:sp>
      <p:sp>
        <p:nvSpPr>
          <p:cNvPr id="306" name="Google Shape;306;p28"/>
          <p:cNvSpPr txBox="1">
            <a:spLocks noGrp="1"/>
          </p:cNvSpPr>
          <p:nvPr>
            <p:ph type="subTitle" idx="2"/>
          </p:nvPr>
        </p:nvSpPr>
        <p:spPr>
          <a:xfrm>
            <a:off x="2296919" y="2291322"/>
            <a:ext cx="2117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t>SQL Environment Setup</a:t>
            </a:r>
            <a:endParaRPr sz="1400" dirty="0"/>
          </a:p>
        </p:txBody>
      </p:sp>
      <p:sp>
        <p:nvSpPr>
          <p:cNvPr id="307" name="Google Shape;307;p28"/>
          <p:cNvSpPr txBox="1">
            <a:spLocks noGrp="1"/>
          </p:cNvSpPr>
          <p:nvPr>
            <p:ph type="subTitle" idx="3"/>
          </p:nvPr>
        </p:nvSpPr>
        <p:spPr>
          <a:xfrm>
            <a:off x="2276582" y="2743388"/>
            <a:ext cx="2117400" cy="70140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US" sz="1200" dirty="0"/>
              <a:t>Database Setup for Development</a:t>
            </a:r>
          </a:p>
          <a:p>
            <a:pPr marL="285750" lvl="0" indent="-285750" algn="l" rtl="0">
              <a:spcBef>
                <a:spcPts val="0"/>
              </a:spcBef>
              <a:spcAft>
                <a:spcPts val="0"/>
              </a:spcAft>
              <a:buFont typeface="Arial" panose="020B0604020202020204" pitchFamily="34" charset="0"/>
              <a:buChar char="•"/>
            </a:pPr>
            <a:r>
              <a:rPr lang="en-US" sz="1200" dirty="0"/>
              <a:t>SQL Starting Commands</a:t>
            </a:r>
          </a:p>
          <a:p>
            <a:pPr marL="285750" lvl="0" indent="-285750" algn="l" rtl="0">
              <a:spcBef>
                <a:spcPts val="0"/>
              </a:spcBef>
              <a:spcAft>
                <a:spcPts val="0"/>
              </a:spcAft>
              <a:buFont typeface="Arial" panose="020B0604020202020204" pitchFamily="34" charset="0"/>
              <a:buChar char="•"/>
            </a:pPr>
            <a:r>
              <a:rPr lang="en-US" sz="1200" dirty="0"/>
              <a:t>SQL Constraints</a:t>
            </a:r>
            <a:endParaRPr sz="1200" dirty="0"/>
          </a:p>
        </p:txBody>
      </p:sp>
      <p:sp>
        <p:nvSpPr>
          <p:cNvPr id="308" name="Google Shape;308;p28"/>
          <p:cNvSpPr txBox="1">
            <a:spLocks noGrp="1"/>
          </p:cNvSpPr>
          <p:nvPr>
            <p:ph type="subTitle" idx="4"/>
          </p:nvPr>
        </p:nvSpPr>
        <p:spPr>
          <a:xfrm>
            <a:off x="4619753" y="2316867"/>
            <a:ext cx="1831163" cy="572700"/>
          </a:xfrm>
          <a:prstGeom prst="rect">
            <a:avLst/>
          </a:prstGeom>
        </p:spPr>
        <p:txBody>
          <a:bodyPr spcFirstLastPara="1" wrap="square" lIns="91425" tIns="91425" rIns="91425" bIns="91425" anchor="t" anchorCtr="0">
            <a:noAutofit/>
          </a:bodyPr>
          <a:lstStyle/>
          <a:p>
            <a:pPr marL="0" indent="0"/>
            <a:r>
              <a:rPr lang="en" sz="1400" dirty="0"/>
              <a:t>Database Design</a:t>
            </a:r>
            <a:endParaRPr sz="1400" dirty="0"/>
          </a:p>
        </p:txBody>
      </p:sp>
      <p:sp>
        <p:nvSpPr>
          <p:cNvPr id="309" name="Google Shape;309;p28"/>
          <p:cNvSpPr txBox="1">
            <a:spLocks noGrp="1"/>
          </p:cNvSpPr>
          <p:nvPr>
            <p:ph type="subTitle" idx="5"/>
          </p:nvPr>
        </p:nvSpPr>
        <p:spPr>
          <a:xfrm>
            <a:off x="4321778" y="2743388"/>
            <a:ext cx="2307135" cy="70140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US" sz="1200" dirty="0"/>
              <a:t>What is a Database Schema?</a:t>
            </a:r>
          </a:p>
          <a:p>
            <a:pPr marL="285750" lvl="0" indent="-285750" algn="l" rtl="0">
              <a:spcBef>
                <a:spcPts val="0"/>
              </a:spcBef>
              <a:spcAft>
                <a:spcPts val="0"/>
              </a:spcAft>
              <a:buFont typeface="Arial" panose="020B0604020202020204" pitchFamily="34" charset="0"/>
              <a:buChar char="•"/>
            </a:pPr>
            <a:r>
              <a:rPr lang="en-US" sz="1200" dirty="0"/>
              <a:t>Three-Schema Approach </a:t>
            </a:r>
          </a:p>
          <a:p>
            <a:pPr marL="285750" lvl="0" indent="-285750" algn="l" rtl="0">
              <a:spcBef>
                <a:spcPts val="0"/>
              </a:spcBef>
              <a:spcAft>
                <a:spcPts val="0"/>
              </a:spcAft>
              <a:buFont typeface="Arial" panose="020B0604020202020204" pitchFamily="34" charset="0"/>
              <a:buChar char="•"/>
            </a:pPr>
            <a:r>
              <a:rPr lang="en-US" sz="1200" dirty="0"/>
              <a:t>ERD</a:t>
            </a:r>
          </a:p>
          <a:p>
            <a:pPr marL="285750" lvl="0" indent="-285750" algn="l" rtl="0">
              <a:spcBef>
                <a:spcPts val="0"/>
              </a:spcBef>
              <a:spcAft>
                <a:spcPts val="0"/>
              </a:spcAft>
              <a:buFont typeface="Arial" panose="020B0604020202020204" pitchFamily="34" charset="0"/>
              <a:buChar char="•"/>
            </a:pPr>
            <a:r>
              <a:rPr lang="en-US" sz="1200" dirty="0"/>
              <a:t>Table Relationships </a:t>
            </a:r>
          </a:p>
          <a:p>
            <a:pPr marL="285750" lvl="0" indent="-285750" algn="l" rtl="0">
              <a:spcBef>
                <a:spcPts val="0"/>
              </a:spcBef>
              <a:spcAft>
                <a:spcPts val="0"/>
              </a:spcAft>
              <a:buFont typeface="Arial" panose="020B0604020202020204" pitchFamily="34" charset="0"/>
              <a:buChar char="•"/>
            </a:pPr>
            <a:r>
              <a:rPr lang="en-US" sz="1200" dirty="0"/>
              <a:t>Relationship Constraints</a:t>
            </a:r>
            <a:endParaRPr sz="1200" dirty="0"/>
          </a:p>
        </p:txBody>
      </p:sp>
      <p:sp>
        <p:nvSpPr>
          <p:cNvPr id="316" name="Google Shape;316;p28"/>
          <p:cNvSpPr txBox="1">
            <a:spLocks noGrp="1"/>
          </p:cNvSpPr>
          <p:nvPr>
            <p:ph type="title"/>
          </p:nvPr>
        </p:nvSpPr>
        <p:spPr>
          <a:xfrm>
            <a:off x="964622" y="1919922"/>
            <a:ext cx="11097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317" name="Google Shape;317;p28"/>
          <p:cNvSpPr txBox="1">
            <a:spLocks noGrp="1"/>
          </p:cNvSpPr>
          <p:nvPr>
            <p:ph type="title" idx="16"/>
          </p:nvPr>
        </p:nvSpPr>
        <p:spPr>
          <a:xfrm>
            <a:off x="2780432" y="1919922"/>
            <a:ext cx="11097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18" name="Google Shape;318;p28"/>
          <p:cNvSpPr txBox="1">
            <a:spLocks noGrp="1"/>
          </p:cNvSpPr>
          <p:nvPr>
            <p:ph type="title" idx="17"/>
          </p:nvPr>
        </p:nvSpPr>
        <p:spPr>
          <a:xfrm>
            <a:off x="4920495" y="1919922"/>
            <a:ext cx="11097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303" name="Google Shape;303;p28"/>
          <p:cNvSpPr txBox="1">
            <a:spLocks noGrp="1"/>
          </p:cNvSpPr>
          <p:nvPr>
            <p:ph type="title" idx="18"/>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Agenda</a:t>
            </a:r>
            <a:endParaRPr dirty="0"/>
          </a:p>
        </p:txBody>
      </p:sp>
      <p:sp>
        <p:nvSpPr>
          <p:cNvPr id="20" name="Google Shape;304;p28">
            <a:extLst>
              <a:ext uri="{FF2B5EF4-FFF2-40B4-BE49-F238E27FC236}">
                <a16:creationId xmlns:a16="http://schemas.microsoft.com/office/drawing/2014/main" id="{94557444-5CD2-1064-4AA0-59D857CEA8A1}"/>
              </a:ext>
            </a:extLst>
          </p:cNvPr>
          <p:cNvSpPr txBox="1">
            <a:spLocks/>
          </p:cNvSpPr>
          <p:nvPr/>
        </p:nvSpPr>
        <p:spPr>
          <a:xfrm>
            <a:off x="6499786" y="2254849"/>
            <a:ext cx="21174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1800"/>
              <a:buFont typeface="Hammersmith One"/>
              <a:buNone/>
              <a:defRPr sz="1800" b="0" i="0" u="none" strike="noStrike" cap="none">
                <a:solidFill>
                  <a:schemeClr val="lt1"/>
                </a:solidFill>
                <a:latin typeface="Hammersmith One"/>
                <a:ea typeface="Hammersmith One"/>
                <a:cs typeface="Hammersmith One"/>
                <a:sym typeface="Hammersmith One"/>
              </a:defRPr>
            </a:lvl1pPr>
            <a:lvl2pPr marL="914400" marR="0" lvl="1" indent="-317500" algn="r" rtl="0">
              <a:lnSpc>
                <a:spcPct val="100000"/>
              </a:lnSpc>
              <a:spcBef>
                <a:spcPts val="0"/>
              </a:spcBef>
              <a:spcAft>
                <a:spcPts val="0"/>
              </a:spcAft>
              <a:buClr>
                <a:schemeClr val="lt1"/>
              </a:buClr>
              <a:buSzPts val="1800"/>
              <a:buFont typeface="Hammersmith One"/>
              <a:buNone/>
              <a:defRPr sz="1800" b="0" i="0" u="none" strike="noStrike" cap="none">
                <a:solidFill>
                  <a:schemeClr val="lt1"/>
                </a:solidFill>
                <a:latin typeface="Hammersmith One"/>
                <a:ea typeface="Hammersmith One"/>
                <a:cs typeface="Hammersmith One"/>
                <a:sym typeface="Hammersmith One"/>
              </a:defRPr>
            </a:lvl2pPr>
            <a:lvl3pPr marL="1371600" marR="0" lvl="2" indent="-317500" algn="r" rtl="0">
              <a:lnSpc>
                <a:spcPct val="100000"/>
              </a:lnSpc>
              <a:spcBef>
                <a:spcPts val="0"/>
              </a:spcBef>
              <a:spcAft>
                <a:spcPts val="0"/>
              </a:spcAft>
              <a:buClr>
                <a:schemeClr val="lt1"/>
              </a:buClr>
              <a:buSzPts val="1800"/>
              <a:buFont typeface="Hammersmith One"/>
              <a:buNone/>
              <a:defRPr sz="1800" b="0" i="0" u="none" strike="noStrike" cap="none">
                <a:solidFill>
                  <a:schemeClr val="lt1"/>
                </a:solidFill>
                <a:latin typeface="Hammersmith One"/>
                <a:ea typeface="Hammersmith One"/>
                <a:cs typeface="Hammersmith One"/>
                <a:sym typeface="Hammersmith One"/>
              </a:defRPr>
            </a:lvl3pPr>
            <a:lvl4pPr marL="1828800" marR="0" lvl="3" indent="-317500" algn="r" rtl="0">
              <a:lnSpc>
                <a:spcPct val="100000"/>
              </a:lnSpc>
              <a:spcBef>
                <a:spcPts val="0"/>
              </a:spcBef>
              <a:spcAft>
                <a:spcPts val="0"/>
              </a:spcAft>
              <a:buClr>
                <a:schemeClr val="lt1"/>
              </a:buClr>
              <a:buSzPts val="1800"/>
              <a:buFont typeface="Hammersmith One"/>
              <a:buNone/>
              <a:defRPr sz="1800" b="0" i="0" u="none" strike="noStrike" cap="none">
                <a:solidFill>
                  <a:schemeClr val="lt1"/>
                </a:solidFill>
                <a:latin typeface="Hammersmith One"/>
                <a:ea typeface="Hammersmith One"/>
                <a:cs typeface="Hammersmith One"/>
                <a:sym typeface="Hammersmith One"/>
              </a:defRPr>
            </a:lvl4pPr>
            <a:lvl5pPr marL="2286000" marR="0" lvl="4" indent="-317500" algn="r" rtl="0">
              <a:lnSpc>
                <a:spcPct val="100000"/>
              </a:lnSpc>
              <a:spcBef>
                <a:spcPts val="0"/>
              </a:spcBef>
              <a:spcAft>
                <a:spcPts val="0"/>
              </a:spcAft>
              <a:buClr>
                <a:schemeClr val="lt1"/>
              </a:buClr>
              <a:buSzPts val="1800"/>
              <a:buFont typeface="Hammersmith One"/>
              <a:buNone/>
              <a:defRPr sz="1800" b="0" i="0" u="none" strike="noStrike" cap="none">
                <a:solidFill>
                  <a:schemeClr val="lt1"/>
                </a:solidFill>
                <a:latin typeface="Hammersmith One"/>
                <a:ea typeface="Hammersmith One"/>
                <a:cs typeface="Hammersmith One"/>
                <a:sym typeface="Hammersmith One"/>
              </a:defRPr>
            </a:lvl5pPr>
            <a:lvl6pPr marL="2743200" marR="0" lvl="5" indent="-317500" algn="r" rtl="0">
              <a:lnSpc>
                <a:spcPct val="100000"/>
              </a:lnSpc>
              <a:spcBef>
                <a:spcPts val="0"/>
              </a:spcBef>
              <a:spcAft>
                <a:spcPts val="0"/>
              </a:spcAft>
              <a:buClr>
                <a:schemeClr val="lt1"/>
              </a:buClr>
              <a:buSzPts val="1800"/>
              <a:buFont typeface="Hammersmith One"/>
              <a:buNone/>
              <a:defRPr sz="1800" b="0" i="0" u="none" strike="noStrike" cap="none">
                <a:solidFill>
                  <a:schemeClr val="lt1"/>
                </a:solidFill>
                <a:latin typeface="Hammersmith One"/>
                <a:ea typeface="Hammersmith One"/>
                <a:cs typeface="Hammersmith One"/>
                <a:sym typeface="Hammersmith One"/>
              </a:defRPr>
            </a:lvl6pPr>
            <a:lvl7pPr marL="3200400" marR="0" lvl="6" indent="-317500" algn="r" rtl="0">
              <a:lnSpc>
                <a:spcPct val="100000"/>
              </a:lnSpc>
              <a:spcBef>
                <a:spcPts val="0"/>
              </a:spcBef>
              <a:spcAft>
                <a:spcPts val="0"/>
              </a:spcAft>
              <a:buClr>
                <a:schemeClr val="lt1"/>
              </a:buClr>
              <a:buSzPts val="1800"/>
              <a:buFont typeface="Hammersmith One"/>
              <a:buNone/>
              <a:defRPr sz="1800" b="0" i="0" u="none" strike="noStrike" cap="none">
                <a:solidFill>
                  <a:schemeClr val="lt1"/>
                </a:solidFill>
                <a:latin typeface="Hammersmith One"/>
                <a:ea typeface="Hammersmith One"/>
                <a:cs typeface="Hammersmith One"/>
                <a:sym typeface="Hammersmith One"/>
              </a:defRPr>
            </a:lvl7pPr>
            <a:lvl8pPr marL="3657600" marR="0" lvl="7" indent="-317500" algn="r" rtl="0">
              <a:lnSpc>
                <a:spcPct val="100000"/>
              </a:lnSpc>
              <a:spcBef>
                <a:spcPts val="0"/>
              </a:spcBef>
              <a:spcAft>
                <a:spcPts val="0"/>
              </a:spcAft>
              <a:buClr>
                <a:schemeClr val="lt1"/>
              </a:buClr>
              <a:buSzPts val="1800"/>
              <a:buFont typeface="Hammersmith One"/>
              <a:buNone/>
              <a:defRPr sz="1800" b="0" i="0" u="none" strike="noStrike" cap="none">
                <a:solidFill>
                  <a:schemeClr val="lt1"/>
                </a:solidFill>
                <a:latin typeface="Hammersmith One"/>
                <a:ea typeface="Hammersmith One"/>
                <a:cs typeface="Hammersmith One"/>
                <a:sym typeface="Hammersmith One"/>
              </a:defRPr>
            </a:lvl8pPr>
            <a:lvl9pPr marL="4114800" marR="0" lvl="8" indent="-317500" algn="r" rtl="0">
              <a:lnSpc>
                <a:spcPct val="100000"/>
              </a:lnSpc>
              <a:spcBef>
                <a:spcPts val="0"/>
              </a:spcBef>
              <a:spcAft>
                <a:spcPts val="0"/>
              </a:spcAft>
              <a:buClr>
                <a:schemeClr val="lt1"/>
              </a:buClr>
              <a:buSzPts val="1800"/>
              <a:buFont typeface="Hammersmith One"/>
              <a:buNone/>
              <a:defRPr sz="1800" b="0" i="0" u="none" strike="noStrike" cap="none">
                <a:solidFill>
                  <a:schemeClr val="lt1"/>
                </a:solidFill>
                <a:latin typeface="Hammersmith One"/>
                <a:ea typeface="Hammersmith One"/>
                <a:cs typeface="Hammersmith One"/>
                <a:sym typeface="Hammersmith One"/>
              </a:defRPr>
            </a:lvl9pPr>
          </a:lstStyle>
          <a:p>
            <a:pPr marL="0" indent="0"/>
            <a:r>
              <a:rPr lang="en-US" sz="1400" dirty="0"/>
              <a:t>Database Normalization</a:t>
            </a:r>
          </a:p>
        </p:txBody>
      </p:sp>
      <p:sp>
        <p:nvSpPr>
          <p:cNvPr id="21" name="Google Shape;316;p28">
            <a:extLst>
              <a:ext uri="{FF2B5EF4-FFF2-40B4-BE49-F238E27FC236}">
                <a16:creationId xmlns:a16="http://schemas.microsoft.com/office/drawing/2014/main" id="{AA5EB95D-774A-51BF-C762-3E2005BF9DDF}"/>
              </a:ext>
            </a:extLst>
          </p:cNvPr>
          <p:cNvSpPr txBox="1">
            <a:spLocks/>
          </p:cNvSpPr>
          <p:nvPr/>
        </p:nvSpPr>
        <p:spPr>
          <a:xfrm>
            <a:off x="7003636" y="1939539"/>
            <a:ext cx="1109700" cy="3714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3"/>
              </a:buClr>
              <a:buSzPts val="2000"/>
              <a:buFont typeface="Hammersmith One"/>
              <a:buNone/>
              <a:defRPr sz="2000" b="0" i="0" u="none" strike="noStrike" cap="none">
                <a:solidFill>
                  <a:schemeClr val="accent3"/>
                </a:solidFill>
                <a:latin typeface="Hammersmith One"/>
                <a:ea typeface="Hammersmith One"/>
                <a:cs typeface="Hammersmith One"/>
                <a:sym typeface="Hammersmith One"/>
              </a:defRPr>
            </a:lvl1pPr>
            <a:lvl2pPr marR="0" lvl="1" algn="ctr" rtl="0">
              <a:lnSpc>
                <a:spcPct val="100000"/>
              </a:lnSpc>
              <a:spcBef>
                <a:spcPts val="0"/>
              </a:spcBef>
              <a:spcAft>
                <a:spcPts val="0"/>
              </a:spcAft>
              <a:buClr>
                <a:schemeClr val="accent3"/>
              </a:buClr>
              <a:buSzPts val="2000"/>
              <a:buFont typeface="Arial"/>
              <a:buNone/>
              <a:defRPr sz="2000" b="0" i="0" u="none" strike="noStrike" cap="none">
                <a:solidFill>
                  <a:schemeClr val="accent3"/>
                </a:solidFill>
                <a:latin typeface="Arial"/>
                <a:ea typeface="Arial"/>
                <a:cs typeface="Arial"/>
                <a:sym typeface="Arial"/>
              </a:defRPr>
            </a:lvl2pPr>
            <a:lvl3pPr marR="0" lvl="2" algn="ctr" rtl="0">
              <a:lnSpc>
                <a:spcPct val="100000"/>
              </a:lnSpc>
              <a:spcBef>
                <a:spcPts val="0"/>
              </a:spcBef>
              <a:spcAft>
                <a:spcPts val="0"/>
              </a:spcAft>
              <a:buClr>
                <a:schemeClr val="accent3"/>
              </a:buClr>
              <a:buSzPts val="2000"/>
              <a:buFont typeface="Arial"/>
              <a:buNone/>
              <a:defRPr sz="2000" b="0" i="0" u="none" strike="noStrike" cap="none">
                <a:solidFill>
                  <a:schemeClr val="accent3"/>
                </a:solidFill>
                <a:latin typeface="Arial"/>
                <a:ea typeface="Arial"/>
                <a:cs typeface="Arial"/>
                <a:sym typeface="Arial"/>
              </a:defRPr>
            </a:lvl3pPr>
            <a:lvl4pPr marR="0" lvl="3" algn="ctr" rtl="0">
              <a:lnSpc>
                <a:spcPct val="100000"/>
              </a:lnSpc>
              <a:spcBef>
                <a:spcPts val="0"/>
              </a:spcBef>
              <a:spcAft>
                <a:spcPts val="0"/>
              </a:spcAft>
              <a:buClr>
                <a:schemeClr val="accent3"/>
              </a:buClr>
              <a:buSzPts val="2000"/>
              <a:buFont typeface="Arial"/>
              <a:buNone/>
              <a:defRPr sz="2000" b="0" i="0" u="none" strike="noStrike" cap="none">
                <a:solidFill>
                  <a:schemeClr val="accent3"/>
                </a:solidFill>
                <a:latin typeface="Arial"/>
                <a:ea typeface="Arial"/>
                <a:cs typeface="Arial"/>
                <a:sym typeface="Arial"/>
              </a:defRPr>
            </a:lvl4pPr>
            <a:lvl5pPr marR="0" lvl="4" algn="ctr" rtl="0">
              <a:lnSpc>
                <a:spcPct val="100000"/>
              </a:lnSpc>
              <a:spcBef>
                <a:spcPts val="0"/>
              </a:spcBef>
              <a:spcAft>
                <a:spcPts val="0"/>
              </a:spcAft>
              <a:buClr>
                <a:schemeClr val="accent3"/>
              </a:buClr>
              <a:buSzPts val="2000"/>
              <a:buFont typeface="Arial"/>
              <a:buNone/>
              <a:defRPr sz="2000" b="0" i="0" u="none" strike="noStrike" cap="none">
                <a:solidFill>
                  <a:schemeClr val="accent3"/>
                </a:solidFill>
                <a:latin typeface="Arial"/>
                <a:ea typeface="Arial"/>
                <a:cs typeface="Arial"/>
                <a:sym typeface="Arial"/>
              </a:defRPr>
            </a:lvl5pPr>
            <a:lvl6pPr marR="0" lvl="5" algn="ctr" rtl="0">
              <a:lnSpc>
                <a:spcPct val="100000"/>
              </a:lnSpc>
              <a:spcBef>
                <a:spcPts val="0"/>
              </a:spcBef>
              <a:spcAft>
                <a:spcPts val="0"/>
              </a:spcAft>
              <a:buClr>
                <a:schemeClr val="accent3"/>
              </a:buClr>
              <a:buSzPts val="2000"/>
              <a:buFont typeface="Arial"/>
              <a:buNone/>
              <a:defRPr sz="2000" b="0" i="0" u="none" strike="noStrike" cap="none">
                <a:solidFill>
                  <a:schemeClr val="accent3"/>
                </a:solidFill>
                <a:latin typeface="Arial"/>
                <a:ea typeface="Arial"/>
                <a:cs typeface="Arial"/>
                <a:sym typeface="Arial"/>
              </a:defRPr>
            </a:lvl6pPr>
            <a:lvl7pPr marR="0" lvl="6" algn="ctr" rtl="0">
              <a:lnSpc>
                <a:spcPct val="100000"/>
              </a:lnSpc>
              <a:spcBef>
                <a:spcPts val="0"/>
              </a:spcBef>
              <a:spcAft>
                <a:spcPts val="0"/>
              </a:spcAft>
              <a:buClr>
                <a:schemeClr val="accent3"/>
              </a:buClr>
              <a:buSzPts val="2000"/>
              <a:buFont typeface="Arial"/>
              <a:buNone/>
              <a:defRPr sz="2000" b="0" i="0" u="none" strike="noStrike" cap="none">
                <a:solidFill>
                  <a:schemeClr val="accent3"/>
                </a:solidFill>
                <a:latin typeface="Arial"/>
                <a:ea typeface="Arial"/>
                <a:cs typeface="Arial"/>
                <a:sym typeface="Arial"/>
              </a:defRPr>
            </a:lvl7pPr>
            <a:lvl8pPr marR="0" lvl="7" algn="ctr" rtl="0">
              <a:lnSpc>
                <a:spcPct val="100000"/>
              </a:lnSpc>
              <a:spcBef>
                <a:spcPts val="0"/>
              </a:spcBef>
              <a:spcAft>
                <a:spcPts val="0"/>
              </a:spcAft>
              <a:buClr>
                <a:schemeClr val="accent3"/>
              </a:buClr>
              <a:buSzPts val="2000"/>
              <a:buFont typeface="Arial"/>
              <a:buNone/>
              <a:defRPr sz="2000" b="0" i="0" u="none" strike="noStrike" cap="none">
                <a:solidFill>
                  <a:schemeClr val="accent3"/>
                </a:solidFill>
                <a:latin typeface="Arial"/>
                <a:ea typeface="Arial"/>
                <a:cs typeface="Arial"/>
                <a:sym typeface="Arial"/>
              </a:defRPr>
            </a:lvl8pPr>
            <a:lvl9pPr marR="0" lvl="8" algn="ctr" rtl="0">
              <a:lnSpc>
                <a:spcPct val="100000"/>
              </a:lnSpc>
              <a:spcBef>
                <a:spcPts val="0"/>
              </a:spcBef>
              <a:spcAft>
                <a:spcPts val="0"/>
              </a:spcAft>
              <a:buClr>
                <a:schemeClr val="accent3"/>
              </a:buClr>
              <a:buSzPts val="2000"/>
              <a:buFont typeface="Arial"/>
              <a:buNone/>
              <a:defRPr sz="2000" b="0" i="0" u="none" strike="noStrike" cap="none">
                <a:solidFill>
                  <a:schemeClr val="accent3"/>
                </a:solidFill>
                <a:latin typeface="Arial"/>
                <a:ea typeface="Arial"/>
                <a:cs typeface="Arial"/>
                <a:sym typeface="Arial"/>
              </a:defRPr>
            </a:lvl9pPr>
          </a:lstStyle>
          <a:p>
            <a:r>
              <a:rPr lang="en" dirty="0"/>
              <a:t>04</a:t>
            </a:r>
          </a:p>
        </p:txBody>
      </p:sp>
      <p:sp>
        <p:nvSpPr>
          <p:cNvPr id="23" name="Google Shape;307;p28">
            <a:extLst>
              <a:ext uri="{FF2B5EF4-FFF2-40B4-BE49-F238E27FC236}">
                <a16:creationId xmlns:a16="http://schemas.microsoft.com/office/drawing/2014/main" id="{A10FE33A-EE6B-3FD0-A92B-CFCB520D6698}"/>
              </a:ext>
            </a:extLst>
          </p:cNvPr>
          <p:cNvSpPr txBox="1">
            <a:spLocks/>
          </p:cNvSpPr>
          <p:nvPr/>
        </p:nvSpPr>
        <p:spPr>
          <a:xfrm>
            <a:off x="6676687" y="2827549"/>
            <a:ext cx="2117400" cy="701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1400"/>
              <a:buFont typeface="Source Sans Pro"/>
              <a:buNone/>
              <a:defRPr sz="1400" b="0" i="0" u="none" strike="noStrike" cap="none">
                <a:solidFill>
                  <a:schemeClr val="lt1"/>
                </a:solidFill>
                <a:latin typeface="Source Sans Pro"/>
                <a:ea typeface="Source Sans Pro"/>
                <a:cs typeface="Source Sans Pro"/>
                <a:sym typeface="Source Sans Pro"/>
              </a:defRPr>
            </a:lvl1pPr>
            <a:lvl2pPr marL="914400" marR="0" lvl="1" indent="-317500" algn="r" rtl="0">
              <a:lnSpc>
                <a:spcPct val="100000"/>
              </a:lnSpc>
              <a:spcBef>
                <a:spcPts val="0"/>
              </a:spcBef>
              <a:spcAft>
                <a:spcPts val="0"/>
              </a:spcAft>
              <a:buClr>
                <a:schemeClr val="lt1"/>
              </a:buClr>
              <a:buSzPts val="1400"/>
              <a:buFont typeface="Source Sans Pro"/>
              <a:buNone/>
              <a:defRPr sz="1400" b="0" i="0" u="none" strike="noStrike" cap="none">
                <a:solidFill>
                  <a:schemeClr val="lt1"/>
                </a:solidFill>
                <a:latin typeface="Source Sans Pro"/>
                <a:ea typeface="Source Sans Pro"/>
                <a:cs typeface="Source Sans Pro"/>
                <a:sym typeface="Source Sans Pro"/>
              </a:defRPr>
            </a:lvl2pPr>
            <a:lvl3pPr marL="1371600" marR="0" lvl="2" indent="-317500" algn="r" rtl="0">
              <a:lnSpc>
                <a:spcPct val="100000"/>
              </a:lnSpc>
              <a:spcBef>
                <a:spcPts val="0"/>
              </a:spcBef>
              <a:spcAft>
                <a:spcPts val="0"/>
              </a:spcAft>
              <a:buClr>
                <a:schemeClr val="lt1"/>
              </a:buClr>
              <a:buSzPts val="1400"/>
              <a:buFont typeface="Source Sans Pro"/>
              <a:buNone/>
              <a:defRPr sz="1400" b="0" i="0" u="none" strike="noStrike" cap="none">
                <a:solidFill>
                  <a:schemeClr val="lt1"/>
                </a:solidFill>
                <a:latin typeface="Source Sans Pro"/>
                <a:ea typeface="Source Sans Pro"/>
                <a:cs typeface="Source Sans Pro"/>
                <a:sym typeface="Source Sans Pro"/>
              </a:defRPr>
            </a:lvl3pPr>
            <a:lvl4pPr marL="1828800" marR="0" lvl="3" indent="-317500" algn="r" rtl="0">
              <a:lnSpc>
                <a:spcPct val="100000"/>
              </a:lnSpc>
              <a:spcBef>
                <a:spcPts val="0"/>
              </a:spcBef>
              <a:spcAft>
                <a:spcPts val="0"/>
              </a:spcAft>
              <a:buClr>
                <a:schemeClr val="lt1"/>
              </a:buClr>
              <a:buSzPts val="1400"/>
              <a:buFont typeface="Source Sans Pro"/>
              <a:buNone/>
              <a:defRPr sz="1400" b="0" i="0" u="none" strike="noStrike" cap="none">
                <a:solidFill>
                  <a:schemeClr val="lt1"/>
                </a:solidFill>
                <a:latin typeface="Source Sans Pro"/>
                <a:ea typeface="Source Sans Pro"/>
                <a:cs typeface="Source Sans Pro"/>
                <a:sym typeface="Source Sans Pro"/>
              </a:defRPr>
            </a:lvl4pPr>
            <a:lvl5pPr marL="2286000" marR="0" lvl="4" indent="-317500" algn="r" rtl="0">
              <a:lnSpc>
                <a:spcPct val="100000"/>
              </a:lnSpc>
              <a:spcBef>
                <a:spcPts val="0"/>
              </a:spcBef>
              <a:spcAft>
                <a:spcPts val="0"/>
              </a:spcAft>
              <a:buClr>
                <a:schemeClr val="lt1"/>
              </a:buClr>
              <a:buSzPts val="1400"/>
              <a:buFont typeface="Source Sans Pro"/>
              <a:buNone/>
              <a:defRPr sz="1400" b="0" i="0" u="none" strike="noStrike" cap="none">
                <a:solidFill>
                  <a:schemeClr val="lt1"/>
                </a:solidFill>
                <a:latin typeface="Source Sans Pro"/>
                <a:ea typeface="Source Sans Pro"/>
                <a:cs typeface="Source Sans Pro"/>
                <a:sym typeface="Source Sans Pro"/>
              </a:defRPr>
            </a:lvl5pPr>
            <a:lvl6pPr marL="2743200" marR="0" lvl="5" indent="-317500" algn="r" rtl="0">
              <a:lnSpc>
                <a:spcPct val="100000"/>
              </a:lnSpc>
              <a:spcBef>
                <a:spcPts val="0"/>
              </a:spcBef>
              <a:spcAft>
                <a:spcPts val="0"/>
              </a:spcAft>
              <a:buClr>
                <a:schemeClr val="lt1"/>
              </a:buClr>
              <a:buSzPts val="1400"/>
              <a:buFont typeface="Source Sans Pro"/>
              <a:buNone/>
              <a:defRPr sz="1400" b="0" i="0" u="none" strike="noStrike" cap="none">
                <a:solidFill>
                  <a:schemeClr val="lt1"/>
                </a:solidFill>
                <a:latin typeface="Source Sans Pro"/>
                <a:ea typeface="Source Sans Pro"/>
                <a:cs typeface="Source Sans Pro"/>
                <a:sym typeface="Source Sans Pro"/>
              </a:defRPr>
            </a:lvl6pPr>
            <a:lvl7pPr marL="3200400" marR="0" lvl="6" indent="-317500" algn="r" rtl="0">
              <a:lnSpc>
                <a:spcPct val="100000"/>
              </a:lnSpc>
              <a:spcBef>
                <a:spcPts val="0"/>
              </a:spcBef>
              <a:spcAft>
                <a:spcPts val="0"/>
              </a:spcAft>
              <a:buClr>
                <a:schemeClr val="lt1"/>
              </a:buClr>
              <a:buSzPts val="1400"/>
              <a:buFont typeface="Source Sans Pro"/>
              <a:buNone/>
              <a:defRPr sz="1400" b="0" i="0" u="none" strike="noStrike" cap="none">
                <a:solidFill>
                  <a:schemeClr val="lt1"/>
                </a:solidFill>
                <a:latin typeface="Source Sans Pro"/>
                <a:ea typeface="Source Sans Pro"/>
                <a:cs typeface="Source Sans Pro"/>
                <a:sym typeface="Source Sans Pro"/>
              </a:defRPr>
            </a:lvl7pPr>
            <a:lvl8pPr marL="3657600" marR="0" lvl="7" indent="-317500" algn="r" rtl="0">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8pPr>
            <a:lvl9pPr marL="4114800" marR="0" lvl="8" indent="-317500" algn="r" rtl="0">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9pPr>
          </a:lstStyle>
          <a:p>
            <a:pPr marL="285750" indent="-285750" algn="l">
              <a:buFont typeface="Arial" panose="020B0604020202020204" pitchFamily="34" charset="0"/>
              <a:buChar char="•"/>
            </a:pPr>
            <a:r>
              <a:rPr lang="en-US" dirty="0"/>
              <a:t>1rst</a:t>
            </a:r>
          </a:p>
          <a:p>
            <a:pPr marL="285750" indent="-285750" algn="l">
              <a:buFont typeface="Arial" panose="020B0604020202020204" pitchFamily="34" charset="0"/>
              <a:buChar char="•"/>
            </a:pPr>
            <a:r>
              <a:rPr lang="en-US" dirty="0"/>
              <a:t>2</a:t>
            </a:r>
            <a:r>
              <a:rPr lang="en-US" baseline="30000" dirty="0"/>
              <a:t>nd</a:t>
            </a:r>
            <a:endParaRPr lang="en-US" dirty="0"/>
          </a:p>
          <a:p>
            <a:pPr marL="285750" indent="-285750" algn="l">
              <a:buFont typeface="Arial" panose="020B0604020202020204" pitchFamily="34" charset="0"/>
              <a:buChar char="•"/>
            </a:pPr>
            <a:r>
              <a:rPr lang="en-US" dirty="0"/>
              <a:t>3</a:t>
            </a:r>
            <a:r>
              <a:rPr lang="en-US" baseline="30000" dirty="0"/>
              <a:t>rd</a:t>
            </a:r>
          </a:p>
          <a:p>
            <a:pPr marL="285750" indent="-285750" algn="l">
              <a:buFont typeface="Arial" panose="020B0604020202020204" pitchFamily="34" charset="0"/>
              <a:buChar char="•"/>
            </a:pPr>
            <a:r>
              <a:rPr lang="en-US" baseline="30000" dirty="0"/>
              <a:t>Data Mapping Algorithm</a:t>
            </a:r>
            <a:endParaRPr lang="en-US" dirty="0"/>
          </a:p>
          <a:p>
            <a:pPr marL="285750" indent="-285750" algn="l">
              <a:buFont typeface="Arial" panose="020B0604020202020204" pitchFamily="34" charset="0"/>
              <a:buChar char="•"/>
            </a:pP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Shape 403"/>
        <p:cNvGrpSpPr/>
        <p:nvPr/>
      </p:nvGrpSpPr>
      <p:grpSpPr>
        <a:xfrm>
          <a:off x="0" y="0"/>
          <a:ext cx="0" cy="0"/>
          <a:chOff x="0" y="0"/>
          <a:chExt cx="0" cy="0"/>
        </a:xfrm>
      </p:grpSpPr>
      <p:sp>
        <p:nvSpPr>
          <p:cNvPr id="404" name="Google Shape;404;p30"/>
          <p:cNvSpPr txBox="1">
            <a:spLocks noGrp="1"/>
          </p:cNvSpPr>
          <p:nvPr>
            <p:ph type="ctrTitle"/>
          </p:nvPr>
        </p:nvSpPr>
        <p:spPr>
          <a:xfrm>
            <a:off x="720000" y="2101463"/>
            <a:ext cx="2697900" cy="129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What is a Database?</a:t>
            </a:r>
            <a:endParaRPr dirty="0"/>
          </a:p>
        </p:txBody>
      </p:sp>
      <p:sp>
        <p:nvSpPr>
          <p:cNvPr id="406" name="Google Shape;406;p30"/>
          <p:cNvSpPr txBox="1">
            <a:spLocks noGrp="1"/>
          </p:cNvSpPr>
          <p:nvPr>
            <p:ph type="title" idx="2"/>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01</a:t>
            </a:r>
            <a:endParaRPr/>
          </a:p>
        </p:txBody>
      </p:sp>
      <p:grpSp>
        <p:nvGrpSpPr>
          <p:cNvPr id="407" name="Google Shape;407;p30"/>
          <p:cNvGrpSpPr/>
          <p:nvPr/>
        </p:nvGrpSpPr>
        <p:grpSpPr>
          <a:xfrm>
            <a:off x="4455820" y="1542185"/>
            <a:ext cx="4005090" cy="3068089"/>
            <a:chOff x="4428901" y="1471229"/>
            <a:chExt cx="4797089" cy="3674798"/>
          </a:xfrm>
        </p:grpSpPr>
        <p:sp>
          <p:nvSpPr>
            <p:cNvPr id="408" name="Google Shape;408;p30"/>
            <p:cNvSpPr/>
            <p:nvPr/>
          </p:nvSpPr>
          <p:spPr>
            <a:xfrm flipH="1">
              <a:off x="4428901" y="4806641"/>
              <a:ext cx="306677" cy="2831"/>
            </a:xfrm>
            <a:custGeom>
              <a:avLst/>
              <a:gdLst/>
              <a:ahLst/>
              <a:cxnLst/>
              <a:rect l="l" t="t" r="r" b="b"/>
              <a:pathLst>
                <a:path w="10942" h="101" extrusionOk="0">
                  <a:moveTo>
                    <a:pt x="0" y="0"/>
                  </a:moveTo>
                  <a:lnTo>
                    <a:pt x="0" y="100"/>
                  </a:lnTo>
                  <a:lnTo>
                    <a:pt x="10942" y="100"/>
                  </a:lnTo>
                  <a:lnTo>
                    <a:pt x="10942"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0"/>
            <p:cNvSpPr/>
            <p:nvPr/>
          </p:nvSpPr>
          <p:spPr>
            <a:xfrm flipH="1">
              <a:off x="5518078" y="4768300"/>
              <a:ext cx="399224" cy="3784"/>
            </a:xfrm>
            <a:custGeom>
              <a:avLst/>
              <a:gdLst/>
              <a:ahLst/>
              <a:cxnLst/>
              <a:rect l="l" t="t" r="r" b="b"/>
              <a:pathLst>
                <a:path w="14244" h="135" extrusionOk="0">
                  <a:moveTo>
                    <a:pt x="0" y="1"/>
                  </a:moveTo>
                  <a:lnTo>
                    <a:pt x="0" y="134"/>
                  </a:lnTo>
                  <a:lnTo>
                    <a:pt x="14244" y="134"/>
                  </a:lnTo>
                  <a:lnTo>
                    <a:pt x="14244"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0"/>
            <p:cNvSpPr/>
            <p:nvPr/>
          </p:nvSpPr>
          <p:spPr>
            <a:xfrm flipH="1">
              <a:off x="4828097" y="4698175"/>
              <a:ext cx="308555" cy="2831"/>
            </a:xfrm>
            <a:custGeom>
              <a:avLst/>
              <a:gdLst/>
              <a:ahLst/>
              <a:cxnLst/>
              <a:rect l="l" t="t" r="r" b="b"/>
              <a:pathLst>
                <a:path w="11009" h="101" extrusionOk="0">
                  <a:moveTo>
                    <a:pt x="0" y="1"/>
                  </a:moveTo>
                  <a:lnTo>
                    <a:pt x="0" y="101"/>
                  </a:lnTo>
                  <a:lnTo>
                    <a:pt x="11008" y="101"/>
                  </a:lnTo>
                  <a:lnTo>
                    <a:pt x="11008"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0"/>
            <p:cNvSpPr/>
            <p:nvPr/>
          </p:nvSpPr>
          <p:spPr>
            <a:xfrm flipH="1">
              <a:off x="8391065" y="4717822"/>
              <a:ext cx="504887" cy="2831"/>
            </a:xfrm>
            <a:custGeom>
              <a:avLst/>
              <a:gdLst/>
              <a:ahLst/>
              <a:cxnLst/>
              <a:rect l="l" t="t" r="r" b="b"/>
              <a:pathLst>
                <a:path w="18014" h="101" extrusionOk="0">
                  <a:moveTo>
                    <a:pt x="0" y="0"/>
                  </a:moveTo>
                  <a:lnTo>
                    <a:pt x="0" y="100"/>
                  </a:lnTo>
                  <a:lnTo>
                    <a:pt x="18013" y="100"/>
                  </a:lnTo>
                  <a:lnTo>
                    <a:pt x="18013"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0"/>
            <p:cNvSpPr/>
            <p:nvPr/>
          </p:nvSpPr>
          <p:spPr>
            <a:xfrm flipH="1">
              <a:off x="9152110" y="4717822"/>
              <a:ext cx="73880" cy="2831"/>
            </a:xfrm>
            <a:custGeom>
              <a:avLst/>
              <a:gdLst/>
              <a:ahLst/>
              <a:cxnLst/>
              <a:rect l="l" t="t" r="r" b="b"/>
              <a:pathLst>
                <a:path w="2636" h="101" extrusionOk="0">
                  <a:moveTo>
                    <a:pt x="0" y="0"/>
                  </a:moveTo>
                  <a:lnTo>
                    <a:pt x="0" y="100"/>
                  </a:lnTo>
                  <a:lnTo>
                    <a:pt x="2636" y="100"/>
                  </a:lnTo>
                  <a:lnTo>
                    <a:pt x="263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0"/>
            <p:cNvSpPr/>
            <p:nvPr/>
          </p:nvSpPr>
          <p:spPr>
            <a:xfrm flipH="1">
              <a:off x="7493568" y="4767375"/>
              <a:ext cx="657273" cy="2831"/>
            </a:xfrm>
            <a:custGeom>
              <a:avLst/>
              <a:gdLst/>
              <a:ahLst/>
              <a:cxnLst/>
              <a:rect l="l" t="t" r="r" b="b"/>
              <a:pathLst>
                <a:path w="23451" h="101" extrusionOk="0">
                  <a:moveTo>
                    <a:pt x="1" y="0"/>
                  </a:moveTo>
                  <a:lnTo>
                    <a:pt x="1" y="100"/>
                  </a:lnTo>
                  <a:lnTo>
                    <a:pt x="23451" y="100"/>
                  </a:lnTo>
                  <a:lnTo>
                    <a:pt x="23451"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0"/>
            <p:cNvSpPr/>
            <p:nvPr/>
          </p:nvSpPr>
          <p:spPr>
            <a:xfrm flipH="1">
              <a:off x="5679825" y="3525841"/>
              <a:ext cx="184197" cy="157991"/>
            </a:xfrm>
            <a:custGeom>
              <a:avLst/>
              <a:gdLst/>
              <a:ahLst/>
              <a:cxnLst/>
              <a:rect l="l" t="t" r="r" b="b"/>
              <a:pathLst>
                <a:path w="6572" h="5637" extrusionOk="0">
                  <a:moveTo>
                    <a:pt x="3736" y="499"/>
                  </a:moveTo>
                  <a:cubicBezTo>
                    <a:pt x="5037" y="499"/>
                    <a:pt x="6071" y="1533"/>
                    <a:pt x="6071" y="2801"/>
                  </a:cubicBezTo>
                  <a:cubicBezTo>
                    <a:pt x="6071" y="4199"/>
                    <a:pt x="4929" y="5124"/>
                    <a:pt x="3735" y="5124"/>
                  </a:cubicBezTo>
                  <a:cubicBezTo>
                    <a:pt x="3162" y="5124"/>
                    <a:pt x="2578" y="4911"/>
                    <a:pt x="2102" y="4435"/>
                  </a:cubicBezTo>
                  <a:cubicBezTo>
                    <a:pt x="634" y="3001"/>
                    <a:pt x="1702" y="499"/>
                    <a:pt x="3736" y="499"/>
                  </a:cubicBezTo>
                  <a:close/>
                  <a:moveTo>
                    <a:pt x="3746" y="1"/>
                  </a:moveTo>
                  <a:cubicBezTo>
                    <a:pt x="3051" y="1"/>
                    <a:pt x="2343" y="258"/>
                    <a:pt x="1768" y="833"/>
                  </a:cubicBezTo>
                  <a:cubicBezTo>
                    <a:pt x="0" y="2601"/>
                    <a:pt x="1235" y="5636"/>
                    <a:pt x="3736" y="5636"/>
                  </a:cubicBezTo>
                  <a:cubicBezTo>
                    <a:pt x="5304" y="5603"/>
                    <a:pt x="6538" y="4369"/>
                    <a:pt x="6572" y="2801"/>
                  </a:cubicBezTo>
                  <a:cubicBezTo>
                    <a:pt x="6572" y="1112"/>
                    <a:pt x="5189" y="1"/>
                    <a:pt x="374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0"/>
            <p:cNvSpPr/>
            <p:nvPr/>
          </p:nvSpPr>
          <p:spPr>
            <a:xfrm flipH="1">
              <a:off x="6043509" y="3525841"/>
              <a:ext cx="184197" cy="157991"/>
            </a:xfrm>
            <a:custGeom>
              <a:avLst/>
              <a:gdLst/>
              <a:ahLst/>
              <a:cxnLst/>
              <a:rect l="l" t="t" r="r" b="b"/>
              <a:pathLst>
                <a:path w="6572" h="5637" extrusionOk="0">
                  <a:moveTo>
                    <a:pt x="3770" y="499"/>
                  </a:moveTo>
                  <a:cubicBezTo>
                    <a:pt x="5037" y="499"/>
                    <a:pt x="6071" y="1533"/>
                    <a:pt x="6071" y="2801"/>
                  </a:cubicBezTo>
                  <a:cubicBezTo>
                    <a:pt x="6071" y="4199"/>
                    <a:pt x="4929" y="5124"/>
                    <a:pt x="3735" y="5124"/>
                  </a:cubicBezTo>
                  <a:cubicBezTo>
                    <a:pt x="3162" y="5124"/>
                    <a:pt x="2578" y="4911"/>
                    <a:pt x="2102" y="4435"/>
                  </a:cubicBezTo>
                  <a:cubicBezTo>
                    <a:pt x="668" y="3001"/>
                    <a:pt x="1702" y="499"/>
                    <a:pt x="3770" y="499"/>
                  </a:cubicBezTo>
                  <a:close/>
                  <a:moveTo>
                    <a:pt x="3746" y="1"/>
                  </a:moveTo>
                  <a:cubicBezTo>
                    <a:pt x="3051" y="1"/>
                    <a:pt x="2343" y="258"/>
                    <a:pt x="1768" y="833"/>
                  </a:cubicBezTo>
                  <a:cubicBezTo>
                    <a:pt x="0" y="2601"/>
                    <a:pt x="1235" y="5636"/>
                    <a:pt x="3770" y="5636"/>
                  </a:cubicBezTo>
                  <a:cubicBezTo>
                    <a:pt x="5304" y="5603"/>
                    <a:pt x="6572" y="4369"/>
                    <a:pt x="6572" y="2801"/>
                  </a:cubicBezTo>
                  <a:cubicBezTo>
                    <a:pt x="6572" y="1112"/>
                    <a:pt x="5189" y="1"/>
                    <a:pt x="374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0"/>
            <p:cNvSpPr/>
            <p:nvPr/>
          </p:nvSpPr>
          <p:spPr>
            <a:xfrm flipH="1">
              <a:off x="5063696" y="2930004"/>
              <a:ext cx="229097" cy="285152"/>
            </a:xfrm>
            <a:custGeom>
              <a:avLst/>
              <a:gdLst/>
              <a:ahLst/>
              <a:cxnLst/>
              <a:rect l="l" t="t" r="r" b="b"/>
              <a:pathLst>
                <a:path w="8174" h="10174" extrusionOk="0">
                  <a:moveTo>
                    <a:pt x="6238" y="0"/>
                  </a:moveTo>
                  <a:cubicBezTo>
                    <a:pt x="5784" y="0"/>
                    <a:pt x="5324" y="176"/>
                    <a:pt x="4971" y="543"/>
                  </a:cubicBezTo>
                  <a:cubicBezTo>
                    <a:pt x="4937" y="576"/>
                    <a:pt x="4904" y="610"/>
                    <a:pt x="4871" y="676"/>
                  </a:cubicBezTo>
                  <a:cubicBezTo>
                    <a:pt x="4170" y="1610"/>
                    <a:pt x="4871" y="2511"/>
                    <a:pt x="4070" y="3145"/>
                  </a:cubicBezTo>
                  <a:cubicBezTo>
                    <a:pt x="3270" y="3779"/>
                    <a:pt x="1869" y="3912"/>
                    <a:pt x="1935" y="4980"/>
                  </a:cubicBezTo>
                  <a:cubicBezTo>
                    <a:pt x="1969" y="6014"/>
                    <a:pt x="901" y="6114"/>
                    <a:pt x="334" y="6914"/>
                  </a:cubicBezTo>
                  <a:cubicBezTo>
                    <a:pt x="1" y="7448"/>
                    <a:pt x="267" y="8249"/>
                    <a:pt x="501" y="8816"/>
                  </a:cubicBezTo>
                  <a:cubicBezTo>
                    <a:pt x="701" y="9216"/>
                    <a:pt x="1035" y="9550"/>
                    <a:pt x="1435" y="9716"/>
                  </a:cubicBezTo>
                  <a:cubicBezTo>
                    <a:pt x="1952" y="9919"/>
                    <a:pt x="2755" y="10173"/>
                    <a:pt x="3561" y="10173"/>
                  </a:cubicBezTo>
                  <a:cubicBezTo>
                    <a:pt x="4212" y="10173"/>
                    <a:pt x="4865" y="10008"/>
                    <a:pt x="5371" y="9516"/>
                  </a:cubicBezTo>
                  <a:cubicBezTo>
                    <a:pt x="6072" y="8816"/>
                    <a:pt x="5304" y="7882"/>
                    <a:pt x="6272" y="7215"/>
                  </a:cubicBezTo>
                  <a:cubicBezTo>
                    <a:pt x="7206" y="6547"/>
                    <a:pt x="6405" y="5547"/>
                    <a:pt x="6439" y="4613"/>
                  </a:cubicBezTo>
                  <a:cubicBezTo>
                    <a:pt x="6472" y="3679"/>
                    <a:pt x="7706" y="3545"/>
                    <a:pt x="8073" y="2478"/>
                  </a:cubicBezTo>
                  <a:cubicBezTo>
                    <a:pt x="8173" y="1944"/>
                    <a:pt x="8073" y="1410"/>
                    <a:pt x="7773" y="943"/>
                  </a:cubicBezTo>
                  <a:cubicBezTo>
                    <a:pt x="7465" y="327"/>
                    <a:pt x="6857" y="0"/>
                    <a:pt x="6238"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0"/>
            <p:cNvSpPr/>
            <p:nvPr/>
          </p:nvSpPr>
          <p:spPr>
            <a:xfrm flipH="1">
              <a:off x="4499026" y="4881419"/>
              <a:ext cx="4532495" cy="264608"/>
            </a:xfrm>
            <a:custGeom>
              <a:avLst/>
              <a:gdLst/>
              <a:ahLst/>
              <a:cxnLst/>
              <a:rect l="l" t="t" r="r" b="b"/>
              <a:pathLst>
                <a:path w="161716" h="9441" extrusionOk="0">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0"/>
            <p:cNvSpPr/>
            <p:nvPr/>
          </p:nvSpPr>
          <p:spPr>
            <a:xfrm flipH="1">
              <a:off x="6243570" y="1795255"/>
              <a:ext cx="342216" cy="3167528"/>
            </a:xfrm>
            <a:custGeom>
              <a:avLst/>
              <a:gdLst/>
              <a:ahLst/>
              <a:cxnLst/>
              <a:rect l="l" t="t" r="r" b="b"/>
              <a:pathLst>
                <a:path w="12210" h="113015" extrusionOk="0">
                  <a:moveTo>
                    <a:pt x="11009" y="1"/>
                  </a:moveTo>
                  <a:cubicBezTo>
                    <a:pt x="10608" y="1"/>
                    <a:pt x="10275" y="301"/>
                    <a:pt x="10241" y="701"/>
                  </a:cubicBezTo>
                  <a:lnTo>
                    <a:pt x="34" y="112515"/>
                  </a:lnTo>
                  <a:cubicBezTo>
                    <a:pt x="1" y="112781"/>
                    <a:pt x="201" y="113015"/>
                    <a:pt x="468" y="113015"/>
                  </a:cubicBezTo>
                  <a:lnTo>
                    <a:pt x="1502" y="113015"/>
                  </a:lnTo>
                  <a:cubicBezTo>
                    <a:pt x="1735" y="113015"/>
                    <a:pt x="1935" y="112815"/>
                    <a:pt x="1935" y="112581"/>
                  </a:cubicBezTo>
                  <a:lnTo>
                    <a:pt x="1220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0"/>
            <p:cNvSpPr/>
            <p:nvPr/>
          </p:nvSpPr>
          <p:spPr>
            <a:xfrm flipH="1">
              <a:off x="5922907" y="1795255"/>
              <a:ext cx="342188" cy="3166603"/>
            </a:xfrm>
            <a:custGeom>
              <a:avLst/>
              <a:gdLst/>
              <a:ahLst/>
              <a:cxnLst/>
              <a:rect l="l" t="t" r="r" b="b"/>
              <a:pathLst>
                <a:path w="12209" h="112982" extrusionOk="0">
                  <a:moveTo>
                    <a:pt x="0" y="1"/>
                  </a:moveTo>
                  <a:lnTo>
                    <a:pt x="10274" y="112581"/>
                  </a:lnTo>
                  <a:cubicBezTo>
                    <a:pt x="10308" y="112815"/>
                    <a:pt x="10508" y="112982"/>
                    <a:pt x="10741" y="112982"/>
                  </a:cubicBezTo>
                  <a:lnTo>
                    <a:pt x="11742" y="112982"/>
                  </a:lnTo>
                  <a:cubicBezTo>
                    <a:pt x="12009" y="112982"/>
                    <a:pt x="12209" y="112748"/>
                    <a:pt x="12176" y="112515"/>
                  </a:cubicBezTo>
                  <a:lnTo>
                    <a:pt x="1968" y="701"/>
                  </a:lnTo>
                  <a:cubicBezTo>
                    <a:pt x="1935" y="301"/>
                    <a:pt x="1601" y="1"/>
                    <a:pt x="120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0"/>
            <p:cNvSpPr/>
            <p:nvPr/>
          </p:nvSpPr>
          <p:spPr>
            <a:xfrm flipH="1">
              <a:off x="4883255" y="2608641"/>
              <a:ext cx="23403" cy="184197"/>
            </a:xfrm>
            <a:custGeom>
              <a:avLst/>
              <a:gdLst/>
              <a:ahLst/>
              <a:cxnLst/>
              <a:rect l="l" t="t" r="r" b="b"/>
              <a:pathLst>
                <a:path w="835" h="6572" extrusionOk="0">
                  <a:moveTo>
                    <a:pt x="634" y="0"/>
                  </a:moveTo>
                  <a:cubicBezTo>
                    <a:pt x="534" y="0"/>
                    <a:pt x="434" y="67"/>
                    <a:pt x="434" y="201"/>
                  </a:cubicBezTo>
                  <a:lnTo>
                    <a:pt x="0" y="6338"/>
                  </a:lnTo>
                  <a:cubicBezTo>
                    <a:pt x="0" y="6438"/>
                    <a:pt x="67" y="6538"/>
                    <a:pt x="200" y="6572"/>
                  </a:cubicBezTo>
                  <a:cubicBezTo>
                    <a:pt x="300" y="6572"/>
                    <a:pt x="400" y="6472"/>
                    <a:pt x="434" y="6372"/>
                  </a:cubicBezTo>
                  <a:lnTo>
                    <a:pt x="834" y="234"/>
                  </a:lnTo>
                  <a:cubicBezTo>
                    <a:pt x="834" y="101"/>
                    <a:pt x="767" y="0"/>
                    <a:pt x="63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0"/>
            <p:cNvSpPr/>
            <p:nvPr/>
          </p:nvSpPr>
          <p:spPr>
            <a:xfrm flipH="1">
              <a:off x="4848669" y="2116702"/>
              <a:ext cx="38370" cy="390984"/>
            </a:xfrm>
            <a:custGeom>
              <a:avLst/>
              <a:gdLst/>
              <a:ahLst/>
              <a:cxnLst/>
              <a:rect l="l" t="t" r="r" b="b"/>
              <a:pathLst>
                <a:path w="1369" h="13950" extrusionOk="0">
                  <a:moveTo>
                    <a:pt x="1116" y="0"/>
                  </a:moveTo>
                  <a:cubicBezTo>
                    <a:pt x="1010" y="0"/>
                    <a:pt x="935" y="87"/>
                    <a:pt x="935" y="173"/>
                  </a:cubicBezTo>
                  <a:lnTo>
                    <a:pt x="1" y="13716"/>
                  </a:lnTo>
                  <a:cubicBezTo>
                    <a:pt x="1" y="13816"/>
                    <a:pt x="67" y="13917"/>
                    <a:pt x="201" y="13950"/>
                  </a:cubicBezTo>
                  <a:cubicBezTo>
                    <a:pt x="301" y="13950"/>
                    <a:pt x="401" y="13850"/>
                    <a:pt x="434" y="13750"/>
                  </a:cubicBezTo>
                  <a:lnTo>
                    <a:pt x="1368" y="207"/>
                  </a:lnTo>
                  <a:cubicBezTo>
                    <a:pt x="1368" y="107"/>
                    <a:pt x="1268" y="7"/>
                    <a:pt x="1168" y="7"/>
                  </a:cubicBezTo>
                  <a:cubicBezTo>
                    <a:pt x="1150" y="2"/>
                    <a:pt x="1133" y="0"/>
                    <a:pt x="111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0"/>
            <p:cNvSpPr/>
            <p:nvPr/>
          </p:nvSpPr>
          <p:spPr>
            <a:xfrm flipH="1">
              <a:off x="4873978" y="1836399"/>
              <a:ext cx="2862673" cy="2088637"/>
            </a:xfrm>
            <a:custGeom>
              <a:avLst/>
              <a:gdLst/>
              <a:ahLst/>
              <a:cxnLst/>
              <a:rect l="l" t="t" r="r" b="b"/>
              <a:pathLst>
                <a:path w="102138" h="74521" extrusionOk="0">
                  <a:moveTo>
                    <a:pt x="97294" y="0"/>
                  </a:moveTo>
                  <a:cubicBezTo>
                    <a:pt x="97275" y="0"/>
                    <a:pt x="97255" y="0"/>
                    <a:pt x="97236" y="0"/>
                  </a:cubicBezTo>
                  <a:lnTo>
                    <a:pt x="10041" y="0"/>
                  </a:lnTo>
                  <a:cubicBezTo>
                    <a:pt x="7239" y="67"/>
                    <a:pt x="4904" y="2202"/>
                    <a:pt x="4670" y="5004"/>
                  </a:cubicBezTo>
                  <a:lnTo>
                    <a:pt x="234" y="69517"/>
                  </a:lnTo>
                  <a:cubicBezTo>
                    <a:pt x="0" y="72219"/>
                    <a:pt x="2135" y="74520"/>
                    <a:pt x="4870" y="74520"/>
                  </a:cubicBezTo>
                  <a:lnTo>
                    <a:pt x="92099" y="74520"/>
                  </a:lnTo>
                  <a:cubicBezTo>
                    <a:pt x="94901" y="74454"/>
                    <a:pt x="97203" y="72285"/>
                    <a:pt x="97436" y="69517"/>
                  </a:cubicBezTo>
                  <a:lnTo>
                    <a:pt x="101906" y="5004"/>
                  </a:lnTo>
                  <a:cubicBezTo>
                    <a:pt x="102138" y="2321"/>
                    <a:pt x="100002" y="0"/>
                    <a:pt x="972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0"/>
            <p:cNvSpPr/>
            <p:nvPr/>
          </p:nvSpPr>
          <p:spPr>
            <a:xfrm flipH="1">
              <a:off x="4869297" y="1832643"/>
              <a:ext cx="2872006" cy="2096149"/>
            </a:xfrm>
            <a:custGeom>
              <a:avLst/>
              <a:gdLst/>
              <a:ahLst/>
              <a:cxnLst/>
              <a:rect l="l" t="t" r="r" b="b"/>
              <a:pathLst>
                <a:path w="102471" h="74789" extrusionOk="0">
                  <a:moveTo>
                    <a:pt x="97460" y="301"/>
                  </a:moveTo>
                  <a:cubicBezTo>
                    <a:pt x="100068" y="301"/>
                    <a:pt x="102137" y="2522"/>
                    <a:pt x="101905" y="5138"/>
                  </a:cubicBezTo>
                  <a:lnTo>
                    <a:pt x="97469" y="69651"/>
                  </a:lnTo>
                  <a:cubicBezTo>
                    <a:pt x="97235" y="72353"/>
                    <a:pt x="94967" y="74421"/>
                    <a:pt x="92265" y="74488"/>
                  </a:cubicBezTo>
                  <a:lnTo>
                    <a:pt x="5036" y="74488"/>
                  </a:lnTo>
                  <a:cubicBezTo>
                    <a:pt x="5017" y="74488"/>
                    <a:pt x="4998" y="74488"/>
                    <a:pt x="4979" y="74488"/>
                  </a:cubicBezTo>
                  <a:cubicBezTo>
                    <a:pt x="2371" y="74488"/>
                    <a:pt x="301" y="72234"/>
                    <a:pt x="533" y="69651"/>
                  </a:cubicBezTo>
                  <a:lnTo>
                    <a:pt x="5003" y="5171"/>
                  </a:lnTo>
                  <a:cubicBezTo>
                    <a:pt x="5236" y="2436"/>
                    <a:pt x="7471" y="335"/>
                    <a:pt x="10207" y="301"/>
                  </a:cubicBezTo>
                  <a:lnTo>
                    <a:pt x="97402" y="301"/>
                  </a:lnTo>
                  <a:cubicBezTo>
                    <a:pt x="97422" y="301"/>
                    <a:pt x="97441" y="301"/>
                    <a:pt x="97460" y="301"/>
                  </a:cubicBezTo>
                  <a:close/>
                  <a:moveTo>
                    <a:pt x="97460" y="1"/>
                  </a:moveTo>
                  <a:cubicBezTo>
                    <a:pt x="97441" y="1"/>
                    <a:pt x="97422" y="1"/>
                    <a:pt x="97402" y="1"/>
                  </a:cubicBezTo>
                  <a:lnTo>
                    <a:pt x="10207" y="1"/>
                  </a:lnTo>
                  <a:cubicBezTo>
                    <a:pt x="7304" y="34"/>
                    <a:pt x="4936" y="2269"/>
                    <a:pt x="4669" y="5138"/>
                  </a:cubicBezTo>
                  <a:lnTo>
                    <a:pt x="233" y="69651"/>
                  </a:lnTo>
                  <a:cubicBezTo>
                    <a:pt x="1" y="72433"/>
                    <a:pt x="2203" y="74788"/>
                    <a:pt x="4978" y="74788"/>
                  </a:cubicBezTo>
                  <a:cubicBezTo>
                    <a:pt x="4997" y="74788"/>
                    <a:pt x="5017" y="74788"/>
                    <a:pt x="5036" y="74788"/>
                  </a:cubicBezTo>
                  <a:lnTo>
                    <a:pt x="92265" y="74788"/>
                  </a:lnTo>
                  <a:cubicBezTo>
                    <a:pt x="95167" y="74754"/>
                    <a:pt x="97569" y="72520"/>
                    <a:pt x="97802" y="69651"/>
                  </a:cubicBezTo>
                  <a:lnTo>
                    <a:pt x="102239" y="5171"/>
                  </a:lnTo>
                  <a:cubicBezTo>
                    <a:pt x="102471" y="2389"/>
                    <a:pt x="100268" y="1"/>
                    <a:pt x="97460"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0"/>
            <p:cNvSpPr/>
            <p:nvPr/>
          </p:nvSpPr>
          <p:spPr>
            <a:xfrm flipH="1">
              <a:off x="6322103" y="2960610"/>
              <a:ext cx="575937" cy="517107"/>
            </a:xfrm>
            <a:custGeom>
              <a:avLst/>
              <a:gdLst/>
              <a:ahLst/>
              <a:cxnLst/>
              <a:rect l="l" t="t" r="r" b="b"/>
              <a:pathLst>
                <a:path w="20549" h="18450" extrusionOk="0">
                  <a:moveTo>
                    <a:pt x="10926" y="0"/>
                  </a:moveTo>
                  <a:cubicBezTo>
                    <a:pt x="8510" y="0"/>
                    <a:pt x="6032" y="943"/>
                    <a:pt x="4103" y="2820"/>
                  </a:cubicBezTo>
                  <a:cubicBezTo>
                    <a:pt x="301" y="6489"/>
                    <a:pt x="0" y="12327"/>
                    <a:pt x="3403" y="15863"/>
                  </a:cubicBezTo>
                  <a:cubicBezTo>
                    <a:pt x="5081" y="17590"/>
                    <a:pt x="7332" y="18449"/>
                    <a:pt x="9639" y="18449"/>
                  </a:cubicBezTo>
                  <a:cubicBezTo>
                    <a:pt x="12056" y="18449"/>
                    <a:pt x="14533" y="17506"/>
                    <a:pt x="16479" y="15629"/>
                  </a:cubicBezTo>
                  <a:cubicBezTo>
                    <a:pt x="20248" y="11960"/>
                    <a:pt x="20548" y="6123"/>
                    <a:pt x="17146" y="2587"/>
                  </a:cubicBezTo>
                  <a:cubicBezTo>
                    <a:pt x="15484" y="860"/>
                    <a:pt x="13233" y="0"/>
                    <a:pt x="1092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0"/>
            <p:cNvSpPr/>
            <p:nvPr/>
          </p:nvSpPr>
          <p:spPr>
            <a:xfrm flipH="1">
              <a:off x="6379139" y="3012153"/>
              <a:ext cx="460940" cy="414022"/>
            </a:xfrm>
            <a:custGeom>
              <a:avLst/>
              <a:gdLst/>
              <a:ahLst/>
              <a:cxnLst/>
              <a:rect l="l" t="t" r="r" b="b"/>
              <a:pathLst>
                <a:path w="16446" h="14772" extrusionOk="0">
                  <a:moveTo>
                    <a:pt x="8717" y="0"/>
                  </a:moveTo>
                  <a:cubicBezTo>
                    <a:pt x="6792" y="0"/>
                    <a:pt x="4818" y="751"/>
                    <a:pt x="3270" y="2249"/>
                  </a:cubicBezTo>
                  <a:cubicBezTo>
                    <a:pt x="234" y="5184"/>
                    <a:pt x="1" y="9854"/>
                    <a:pt x="2736" y="12690"/>
                  </a:cubicBezTo>
                  <a:cubicBezTo>
                    <a:pt x="4059" y="14079"/>
                    <a:pt x="5863" y="14771"/>
                    <a:pt x="7716" y="14771"/>
                  </a:cubicBezTo>
                  <a:cubicBezTo>
                    <a:pt x="9646" y="14771"/>
                    <a:pt x="11628" y="14020"/>
                    <a:pt x="13177" y="12523"/>
                  </a:cubicBezTo>
                  <a:cubicBezTo>
                    <a:pt x="16212" y="9587"/>
                    <a:pt x="16446" y="4917"/>
                    <a:pt x="13710" y="2082"/>
                  </a:cubicBezTo>
                  <a:cubicBezTo>
                    <a:pt x="12370" y="693"/>
                    <a:pt x="10566" y="0"/>
                    <a:pt x="87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0"/>
            <p:cNvSpPr/>
            <p:nvPr/>
          </p:nvSpPr>
          <p:spPr>
            <a:xfrm flipH="1">
              <a:off x="6437100" y="3064144"/>
              <a:ext cx="345943" cy="310012"/>
            </a:xfrm>
            <a:custGeom>
              <a:avLst/>
              <a:gdLst/>
              <a:ahLst/>
              <a:cxnLst/>
              <a:rect l="l" t="t" r="r" b="b"/>
              <a:pathLst>
                <a:path w="12343" h="11061" extrusionOk="0">
                  <a:moveTo>
                    <a:pt x="6561" y="1"/>
                  </a:moveTo>
                  <a:cubicBezTo>
                    <a:pt x="5112" y="1"/>
                    <a:pt x="3629" y="568"/>
                    <a:pt x="2469" y="1695"/>
                  </a:cubicBezTo>
                  <a:cubicBezTo>
                    <a:pt x="200" y="3896"/>
                    <a:pt x="0" y="7399"/>
                    <a:pt x="2068" y="9500"/>
                  </a:cubicBezTo>
                  <a:cubicBezTo>
                    <a:pt x="3062" y="10543"/>
                    <a:pt x="4407" y="11061"/>
                    <a:pt x="5790" y="11061"/>
                  </a:cubicBezTo>
                  <a:cubicBezTo>
                    <a:pt x="7238" y="11061"/>
                    <a:pt x="8730" y="10493"/>
                    <a:pt x="9907" y="9367"/>
                  </a:cubicBezTo>
                  <a:cubicBezTo>
                    <a:pt x="12176" y="7165"/>
                    <a:pt x="12342" y="3663"/>
                    <a:pt x="10308" y="1561"/>
                  </a:cubicBezTo>
                  <a:cubicBezTo>
                    <a:pt x="9297" y="518"/>
                    <a:pt x="7945" y="1"/>
                    <a:pt x="6561"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0"/>
            <p:cNvSpPr/>
            <p:nvPr/>
          </p:nvSpPr>
          <p:spPr>
            <a:xfrm flipH="1">
              <a:off x="6501619" y="3115378"/>
              <a:ext cx="216877" cy="207572"/>
            </a:xfrm>
            <a:custGeom>
              <a:avLst/>
              <a:gdLst/>
              <a:ahLst/>
              <a:cxnLst/>
              <a:rect l="l" t="t" r="r" b="b"/>
              <a:pathLst>
                <a:path w="7738" h="7406" extrusionOk="0">
                  <a:moveTo>
                    <a:pt x="4135" y="0"/>
                  </a:moveTo>
                  <a:cubicBezTo>
                    <a:pt x="2067" y="33"/>
                    <a:pt x="366" y="1635"/>
                    <a:pt x="199" y="3703"/>
                  </a:cubicBezTo>
                  <a:cubicBezTo>
                    <a:pt x="1" y="5685"/>
                    <a:pt x="1570" y="7406"/>
                    <a:pt x="3577" y="7406"/>
                  </a:cubicBezTo>
                  <a:cubicBezTo>
                    <a:pt x="3596" y="7406"/>
                    <a:pt x="3616" y="7406"/>
                    <a:pt x="3635" y="7405"/>
                  </a:cubicBezTo>
                  <a:cubicBezTo>
                    <a:pt x="5703" y="7372"/>
                    <a:pt x="7404" y="5771"/>
                    <a:pt x="7571" y="3703"/>
                  </a:cubicBezTo>
                  <a:cubicBezTo>
                    <a:pt x="7738" y="1701"/>
                    <a:pt x="6137" y="0"/>
                    <a:pt x="41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0"/>
            <p:cNvSpPr/>
            <p:nvPr/>
          </p:nvSpPr>
          <p:spPr>
            <a:xfrm flipH="1">
              <a:off x="6555880" y="3167705"/>
              <a:ext cx="108382" cy="102917"/>
            </a:xfrm>
            <a:custGeom>
              <a:avLst/>
              <a:gdLst/>
              <a:ahLst/>
              <a:cxnLst/>
              <a:rect l="l" t="t" r="r" b="b"/>
              <a:pathLst>
                <a:path w="3867" h="3672" extrusionOk="0">
                  <a:moveTo>
                    <a:pt x="2123" y="0"/>
                  </a:moveTo>
                  <a:cubicBezTo>
                    <a:pt x="2104" y="0"/>
                    <a:pt x="2086" y="0"/>
                    <a:pt x="2067" y="1"/>
                  </a:cubicBezTo>
                  <a:cubicBezTo>
                    <a:pt x="1033" y="1"/>
                    <a:pt x="165" y="802"/>
                    <a:pt x="99" y="1836"/>
                  </a:cubicBezTo>
                  <a:cubicBezTo>
                    <a:pt x="1" y="2818"/>
                    <a:pt x="770" y="3671"/>
                    <a:pt x="1744" y="3671"/>
                  </a:cubicBezTo>
                  <a:cubicBezTo>
                    <a:pt x="1763" y="3671"/>
                    <a:pt x="1781" y="3671"/>
                    <a:pt x="1800" y="3670"/>
                  </a:cubicBezTo>
                  <a:cubicBezTo>
                    <a:pt x="2834" y="3670"/>
                    <a:pt x="3701" y="2870"/>
                    <a:pt x="3801" y="1836"/>
                  </a:cubicBezTo>
                  <a:cubicBezTo>
                    <a:pt x="3867" y="854"/>
                    <a:pt x="3097" y="0"/>
                    <a:pt x="2123"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0"/>
            <p:cNvSpPr/>
            <p:nvPr/>
          </p:nvSpPr>
          <p:spPr>
            <a:xfrm flipH="1">
              <a:off x="7090701" y="3072328"/>
              <a:ext cx="432801" cy="529215"/>
            </a:xfrm>
            <a:custGeom>
              <a:avLst/>
              <a:gdLst/>
              <a:ahLst/>
              <a:cxnLst/>
              <a:rect l="l" t="t" r="r" b="b"/>
              <a:pathLst>
                <a:path w="15442" h="18882" extrusionOk="0">
                  <a:moveTo>
                    <a:pt x="8188" y="401"/>
                  </a:moveTo>
                  <a:cubicBezTo>
                    <a:pt x="12003" y="401"/>
                    <a:pt x="15008" y="3676"/>
                    <a:pt x="14678" y="7474"/>
                  </a:cubicBezTo>
                  <a:cubicBezTo>
                    <a:pt x="14444" y="9642"/>
                    <a:pt x="13610" y="11710"/>
                    <a:pt x="12243" y="13411"/>
                  </a:cubicBezTo>
                  <a:cubicBezTo>
                    <a:pt x="11275" y="14679"/>
                    <a:pt x="10575" y="16113"/>
                    <a:pt x="10174" y="17648"/>
                  </a:cubicBezTo>
                  <a:cubicBezTo>
                    <a:pt x="10041" y="18115"/>
                    <a:pt x="9607" y="18448"/>
                    <a:pt x="9107" y="18448"/>
                  </a:cubicBezTo>
                  <a:lnTo>
                    <a:pt x="4537" y="18448"/>
                  </a:lnTo>
                  <a:cubicBezTo>
                    <a:pt x="4070" y="18448"/>
                    <a:pt x="3703" y="18115"/>
                    <a:pt x="3636" y="17681"/>
                  </a:cubicBezTo>
                  <a:cubicBezTo>
                    <a:pt x="3436" y="16180"/>
                    <a:pt x="2936" y="14712"/>
                    <a:pt x="2102" y="13411"/>
                  </a:cubicBezTo>
                  <a:cubicBezTo>
                    <a:pt x="1001" y="11677"/>
                    <a:pt x="434" y="9609"/>
                    <a:pt x="501" y="7507"/>
                  </a:cubicBezTo>
                  <a:cubicBezTo>
                    <a:pt x="834" y="3538"/>
                    <a:pt x="4137" y="502"/>
                    <a:pt x="8106" y="435"/>
                  </a:cubicBezTo>
                  <a:lnTo>
                    <a:pt x="8073" y="402"/>
                  </a:lnTo>
                  <a:cubicBezTo>
                    <a:pt x="8111" y="401"/>
                    <a:pt x="8150" y="401"/>
                    <a:pt x="8188" y="401"/>
                  </a:cubicBezTo>
                  <a:close/>
                  <a:moveTo>
                    <a:pt x="8222" y="1"/>
                  </a:moveTo>
                  <a:cubicBezTo>
                    <a:pt x="8183" y="1"/>
                    <a:pt x="8145" y="1"/>
                    <a:pt x="8106" y="2"/>
                  </a:cubicBezTo>
                  <a:cubicBezTo>
                    <a:pt x="3903" y="68"/>
                    <a:pt x="434" y="3304"/>
                    <a:pt x="101" y="7507"/>
                  </a:cubicBezTo>
                  <a:cubicBezTo>
                    <a:pt x="0" y="9675"/>
                    <a:pt x="601" y="11843"/>
                    <a:pt x="1768" y="13645"/>
                  </a:cubicBezTo>
                  <a:cubicBezTo>
                    <a:pt x="2536" y="14912"/>
                    <a:pt x="3036" y="16280"/>
                    <a:pt x="3236" y="17748"/>
                  </a:cubicBezTo>
                  <a:cubicBezTo>
                    <a:pt x="3303" y="18415"/>
                    <a:pt x="3870" y="18882"/>
                    <a:pt x="4537" y="18882"/>
                  </a:cubicBezTo>
                  <a:lnTo>
                    <a:pt x="9140" y="18882"/>
                  </a:lnTo>
                  <a:cubicBezTo>
                    <a:pt x="9807" y="18882"/>
                    <a:pt x="10408" y="18415"/>
                    <a:pt x="10575" y="17748"/>
                  </a:cubicBezTo>
                  <a:cubicBezTo>
                    <a:pt x="10975" y="16247"/>
                    <a:pt x="11675" y="14879"/>
                    <a:pt x="12609" y="13645"/>
                  </a:cubicBezTo>
                  <a:cubicBezTo>
                    <a:pt x="14010" y="11877"/>
                    <a:pt x="14878" y="9742"/>
                    <a:pt x="15111" y="7507"/>
                  </a:cubicBezTo>
                  <a:cubicBezTo>
                    <a:pt x="15442" y="3476"/>
                    <a:pt x="12270" y="1"/>
                    <a:pt x="8222"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0"/>
            <p:cNvSpPr/>
            <p:nvPr/>
          </p:nvSpPr>
          <p:spPr>
            <a:xfrm flipH="1">
              <a:off x="7180361" y="3246266"/>
              <a:ext cx="271166" cy="421674"/>
            </a:xfrm>
            <a:custGeom>
              <a:avLst/>
              <a:gdLst/>
              <a:ahLst/>
              <a:cxnLst/>
              <a:rect l="l" t="t" r="r" b="b"/>
              <a:pathLst>
                <a:path w="9675" h="15045" extrusionOk="0">
                  <a:moveTo>
                    <a:pt x="4971" y="367"/>
                  </a:moveTo>
                  <a:cubicBezTo>
                    <a:pt x="4971" y="367"/>
                    <a:pt x="5205" y="500"/>
                    <a:pt x="5171" y="1901"/>
                  </a:cubicBezTo>
                  <a:cubicBezTo>
                    <a:pt x="5205" y="2769"/>
                    <a:pt x="5038" y="3636"/>
                    <a:pt x="4671" y="4437"/>
                  </a:cubicBezTo>
                  <a:lnTo>
                    <a:pt x="4638" y="4437"/>
                  </a:lnTo>
                  <a:cubicBezTo>
                    <a:pt x="4471" y="4036"/>
                    <a:pt x="4371" y="3636"/>
                    <a:pt x="4337" y="3202"/>
                  </a:cubicBezTo>
                  <a:cubicBezTo>
                    <a:pt x="4237" y="1801"/>
                    <a:pt x="4771" y="434"/>
                    <a:pt x="4971" y="367"/>
                  </a:cubicBezTo>
                  <a:close/>
                  <a:moveTo>
                    <a:pt x="1035" y="1768"/>
                  </a:moveTo>
                  <a:cubicBezTo>
                    <a:pt x="1369" y="1768"/>
                    <a:pt x="1702" y="1901"/>
                    <a:pt x="1902" y="2168"/>
                  </a:cubicBezTo>
                  <a:cubicBezTo>
                    <a:pt x="2269" y="2602"/>
                    <a:pt x="2603" y="3403"/>
                    <a:pt x="2703" y="4970"/>
                  </a:cubicBezTo>
                  <a:cubicBezTo>
                    <a:pt x="1569" y="4470"/>
                    <a:pt x="368" y="3036"/>
                    <a:pt x="368" y="2235"/>
                  </a:cubicBezTo>
                  <a:lnTo>
                    <a:pt x="335" y="2235"/>
                  </a:lnTo>
                  <a:cubicBezTo>
                    <a:pt x="335" y="2068"/>
                    <a:pt x="401" y="1801"/>
                    <a:pt x="935" y="1768"/>
                  </a:cubicBezTo>
                  <a:close/>
                  <a:moveTo>
                    <a:pt x="8974" y="1901"/>
                  </a:moveTo>
                  <a:cubicBezTo>
                    <a:pt x="9141" y="2002"/>
                    <a:pt x="9274" y="2602"/>
                    <a:pt x="9074" y="3369"/>
                  </a:cubicBezTo>
                  <a:cubicBezTo>
                    <a:pt x="8807" y="4303"/>
                    <a:pt x="8073" y="5037"/>
                    <a:pt x="7139" y="5304"/>
                  </a:cubicBezTo>
                  <a:cubicBezTo>
                    <a:pt x="7373" y="4303"/>
                    <a:pt x="7807" y="3336"/>
                    <a:pt x="8307" y="2435"/>
                  </a:cubicBezTo>
                  <a:cubicBezTo>
                    <a:pt x="8607" y="2035"/>
                    <a:pt x="8807" y="1901"/>
                    <a:pt x="8907" y="1901"/>
                  </a:cubicBezTo>
                  <a:close/>
                  <a:moveTo>
                    <a:pt x="5038" y="0"/>
                  </a:moveTo>
                  <a:cubicBezTo>
                    <a:pt x="4471" y="0"/>
                    <a:pt x="4104" y="1401"/>
                    <a:pt x="4004" y="2335"/>
                  </a:cubicBezTo>
                  <a:cubicBezTo>
                    <a:pt x="3870" y="3169"/>
                    <a:pt x="4037" y="4003"/>
                    <a:pt x="4404" y="4770"/>
                  </a:cubicBezTo>
                  <a:cubicBezTo>
                    <a:pt x="4204" y="4970"/>
                    <a:pt x="3904" y="5104"/>
                    <a:pt x="3570" y="5104"/>
                  </a:cubicBezTo>
                  <a:cubicBezTo>
                    <a:pt x="3521" y="5114"/>
                    <a:pt x="3472" y="5118"/>
                    <a:pt x="3424" y="5118"/>
                  </a:cubicBezTo>
                  <a:cubicBezTo>
                    <a:pt x="3309" y="5118"/>
                    <a:pt x="3198" y="5094"/>
                    <a:pt x="3103" y="5070"/>
                  </a:cubicBezTo>
                  <a:cubicBezTo>
                    <a:pt x="3003" y="3536"/>
                    <a:pt x="2703" y="2469"/>
                    <a:pt x="2203" y="1901"/>
                  </a:cubicBezTo>
                  <a:cubicBezTo>
                    <a:pt x="1897" y="1565"/>
                    <a:pt x="1479" y="1397"/>
                    <a:pt x="1052" y="1397"/>
                  </a:cubicBezTo>
                  <a:cubicBezTo>
                    <a:pt x="1013" y="1397"/>
                    <a:pt x="974" y="1398"/>
                    <a:pt x="935" y="1401"/>
                  </a:cubicBezTo>
                  <a:cubicBezTo>
                    <a:pt x="101" y="1434"/>
                    <a:pt x="1" y="2035"/>
                    <a:pt x="1" y="2268"/>
                  </a:cubicBezTo>
                  <a:cubicBezTo>
                    <a:pt x="1" y="3236"/>
                    <a:pt x="1335" y="4904"/>
                    <a:pt x="2736" y="5371"/>
                  </a:cubicBezTo>
                  <a:cubicBezTo>
                    <a:pt x="2836" y="7339"/>
                    <a:pt x="2603" y="10307"/>
                    <a:pt x="1769" y="14877"/>
                  </a:cubicBezTo>
                  <a:lnTo>
                    <a:pt x="1736" y="15044"/>
                  </a:lnTo>
                  <a:lnTo>
                    <a:pt x="2102" y="15044"/>
                  </a:lnTo>
                  <a:lnTo>
                    <a:pt x="2102" y="14944"/>
                  </a:lnTo>
                  <a:cubicBezTo>
                    <a:pt x="2870" y="10875"/>
                    <a:pt x="3203" y="7706"/>
                    <a:pt x="3103" y="5471"/>
                  </a:cubicBezTo>
                  <a:cubicBezTo>
                    <a:pt x="3270" y="5471"/>
                    <a:pt x="3403" y="5504"/>
                    <a:pt x="3570" y="5504"/>
                  </a:cubicBezTo>
                  <a:cubicBezTo>
                    <a:pt x="3970" y="5471"/>
                    <a:pt x="4337" y="5337"/>
                    <a:pt x="4604" y="5037"/>
                  </a:cubicBezTo>
                  <a:cubicBezTo>
                    <a:pt x="4971" y="5471"/>
                    <a:pt x="5538" y="5738"/>
                    <a:pt x="6105" y="5738"/>
                  </a:cubicBezTo>
                  <a:lnTo>
                    <a:pt x="6572" y="5738"/>
                  </a:lnTo>
                  <a:cubicBezTo>
                    <a:pt x="5672" y="8973"/>
                    <a:pt x="5271" y="13176"/>
                    <a:pt x="5972" y="15044"/>
                  </a:cubicBezTo>
                  <a:lnTo>
                    <a:pt x="6372" y="15044"/>
                  </a:lnTo>
                  <a:cubicBezTo>
                    <a:pt x="5605" y="13376"/>
                    <a:pt x="6072" y="8973"/>
                    <a:pt x="6973" y="5704"/>
                  </a:cubicBezTo>
                  <a:cubicBezTo>
                    <a:pt x="8140" y="5471"/>
                    <a:pt x="9074" y="4603"/>
                    <a:pt x="9408" y="3436"/>
                  </a:cubicBezTo>
                  <a:cubicBezTo>
                    <a:pt x="9675" y="2569"/>
                    <a:pt x="9541" y="1735"/>
                    <a:pt x="9107" y="1568"/>
                  </a:cubicBezTo>
                  <a:cubicBezTo>
                    <a:pt x="9051" y="1544"/>
                    <a:pt x="8986" y="1527"/>
                    <a:pt x="8914" y="1527"/>
                  </a:cubicBezTo>
                  <a:cubicBezTo>
                    <a:pt x="8688" y="1527"/>
                    <a:pt x="8386" y="1687"/>
                    <a:pt x="8007" y="2268"/>
                  </a:cubicBezTo>
                  <a:cubicBezTo>
                    <a:pt x="7440" y="3236"/>
                    <a:pt x="6973" y="4270"/>
                    <a:pt x="6706" y="5371"/>
                  </a:cubicBezTo>
                  <a:cubicBezTo>
                    <a:pt x="6622" y="5387"/>
                    <a:pt x="6531" y="5396"/>
                    <a:pt x="6439" y="5396"/>
                  </a:cubicBezTo>
                  <a:cubicBezTo>
                    <a:pt x="6347" y="5396"/>
                    <a:pt x="6255" y="5387"/>
                    <a:pt x="6172" y="5371"/>
                  </a:cubicBezTo>
                  <a:cubicBezTo>
                    <a:pt x="5672" y="5371"/>
                    <a:pt x="5205" y="5137"/>
                    <a:pt x="4871" y="4770"/>
                  </a:cubicBezTo>
                  <a:cubicBezTo>
                    <a:pt x="5271" y="4236"/>
                    <a:pt x="5538" y="3336"/>
                    <a:pt x="5572" y="1868"/>
                  </a:cubicBezTo>
                  <a:cubicBezTo>
                    <a:pt x="5605" y="601"/>
                    <a:pt x="5438" y="0"/>
                    <a:pt x="5038"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0"/>
            <p:cNvSpPr/>
            <p:nvPr/>
          </p:nvSpPr>
          <p:spPr>
            <a:xfrm flipH="1">
              <a:off x="7249533" y="3636129"/>
              <a:ext cx="173939" cy="48628"/>
            </a:xfrm>
            <a:custGeom>
              <a:avLst/>
              <a:gdLst/>
              <a:ahLst/>
              <a:cxnLst/>
              <a:rect l="l" t="t" r="r" b="b"/>
              <a:pathLst>
                <a:path w="6206" h="1735" extrusionOk="0">
                  <a:moveTo>
                    <a:pt x="668" y="0"/>
                  </a:moveTo>
                  <a:cubicBezTo>
                    <a:pt x="368" y="0"/>
                    <a:pt x="101" y="234"/>
                    <a:pt x="67" y="567"/>
                  </a:cubicBezTo>
                  <a:lnTo>
                    <a:pt x="34" y="1168"/>
                  </a:lnTo>
                  <a:cubicBezTo>
                    <a:pt x="1" y="1468"/>
                    <a:pt x="234" y="1735"/>
                    <a:pt x="568" y="1735"/>
                  </a:cubicBezTo>
                  <a:lnTo>
                    <a:pt x="5571" y="1735"/>
                  </a:lnTo>
                  <a:cubicBezTo>
                    <a:pt x="5872" y="1735"/>
                    <a:pt x="6138" y="1468"/>
                    <a:pt x="6172" y="1168"/>
                  </a:cubicBezTo>
                  <a:lnTo>
                    <a:pt x="6205" y="567"/>
                  </a:lnTo>
                  <a:cubicBezTo>
                    <a:pt x="6205" y="267"/>
                    <a:pt x="5972" y="0"/>
                    <a:pt x="5671"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0"/>
            <p:cNvSpPr/>
            <p:nvPr/>
          </p:nvSpPr>
          <p:spPr>
            <a:xfrm flipH="1">
              <a:off x="7243927" y="3630495"/>
              <a:ext cx="185150" cy="60820"/>
            </a:xfrm>
            <a:custGeom>
              <a:avLst/>
              <a:gdLst/>
              <a:ahLst/>
              <a:cxnLst/>
              <a:rect l="l" t="t" r="r" b="b"/>
              <a:pathLst>
                <a:path w="6606" h="2170" extrusionOk="0">
                  <a:moveTo>
                    <a:pt x="5838" y="435"/>
                  </a:moveTo>
                  <a:cubicBezTo>
                    <a:pt x="5938" y="435"/>
                    <a:pt x="6038" y="468"/>
                    <a:pt x="6072" y="535"/>
                  </a:cubicBezTo>
                  <a:cubicBezTo>
                    <a:pt x="6138" y="601"/>
                    <a:pt x="6172" y="668"/>
                    <a:pt x="6172" y="768"/>
                  </a:cubicBezTo>
                  <a:lnTo>
                    <a:pt x="6138" y="1369"/>
                  </a:lnTo>
                  <a:cubicBezTo>
                    <a:pt x="6105" y="1569"/>
                    <a:pt x="5938" y="1735"/>
                    <a:pt x="5738" y="1735"/>
                  </a:cubicBezTo>
                  <a:lnTo>
                    <a:pt x="734" y="1735"/>
                  </a:lnTo>
                  <a:cubicBezTo>
                    <a:pt x="634" y="1735"/>
                    <a:pt x="568" y="1702"/>
                    <a:pt x="501" y="1635"/>
                  </a:cubicBezTo>
                  <a:cubicBezTo>
                    <a:pt x="434" y="1569"/>
                    <a:pt x="401" y="1502"/>
                    <a:pt x="401" y="1402"/>
                  </a:cubicBezTo>
                  <a:lnTo>
                    <a:pt x="468" y="801"/>
                  </a:lnTo>
                  <a:cubicBezTo>
                    <a:pt x="468" y="601"/>
                    <a:pt x="634" y="435"/>
                    <a:pt x="834" y="435"/>
                  </a:cubicBezTo>
                  <a:close/>
                  <a:moveTo>
                    <a:pt x="868" y="1"/>
                  </a:moveTo>
                  <a:cubicBezTo>
                    <a:pt x="434" y="34"/>
                    <a:pt x="101" y="334"/>
                    <a:pt x="67" y="768"/>
                  </a:cubicBezTo>
                  <a:lnTo>
                    <a:pt x="34" y="1369"/>
                  </a:lnTo>
                  <a:cubicBezTo>
                    <a:pt x="1" y="1569"/>
                    <a:pt x="67" y="1769"/>
                    <a:pt x="201" y="1936"/>
                  </a:cubicBezTo>
                  <a:cubicBezTo>
                    <a:pt x="367" y="2069"/>
                    <a:pt x="534" y="2169"/>
                    <a:pt x="768" y="2169"/>
                  </a:cubicBezTo>
                  <a:lnTo>
                    <a:pt x="5771" y="2169"/>
                  </a:lnTo>
                  <a:cubicBezTo>
                    <a:pt x="6172" y="2136"/>
                    <a:pt x="6505" y="1802"/>
                    <a:pt x="6572" y="1402"/>
                  </a:cubicBezTo>
                  <a:lnTo>
                    <a:pt x="6605" y="801"/>
                  </a:lnTo>
                  <a:cubicBezTo>
                    <a:pt x="6605" y="601"/>
                    <a:pt x="6539" y="401"/>
                    <a:pt x="6405" y="234"/>
                  </a:cubicBezTo>
                  <a:cubicBezTo>
                    <a:pt x="6272" y="101"/>
                    <a:pt x="6072" y="1"/>
                    <a:pt x="5871"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0"/>
            <p:cNvSpPr/>
            <p:nvPr/>
          </p:nvSpPr>
          <p:spPr>
            <a:xfrm flipH="1">
              <a:off x="5463845" y="2614246"/>
              <a:ext cx="190755" cy="196361"/>
            </a:xfrm>
            <a:custGeom>
              <a:avLst/>
              <a:gdLst/>
              <a:ahLst/>
              <a:cxnLst/>
              <a:rect l="l" t="t" r="r" b="b"/>
              <a:pathLst>
                <a:path w="6806" h="7006" extrusionOk="0">
                  <a:moveTo>
                    <a:pt x="2802" y="1"/>
                  </a:moveTo>
                  <a:lnTo>
                    <a:pt x="0" y="1735"/>
                  </a:lnTo>
                  <a:lnTo>
                    <a:pt x="4904" y="7006"/>
                  </a:lnTo>
                  <a:lnTo>
                    <a:pt x="6805" y="4337"/>
                  </a:lnTo>
                  <a:lnTo>
                    <a:pt x="2802"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0"/>
            <p:cNvSpPr/>
            <p:nvPr/>
          </p:nvSpPr>
          <p:spPr>
            <a:xfrm flipH="1">
              <a:off x="5478811" y="2631091"/>
              <a:ext cx="160822" cy="161747"/>
            </a:xfrm>
            <a:custGeom>
              <a:avLst/>
              <a:gdLst/>
              <a:ahLst/>
              <a:cxnLst/>
              <a:rect l="l" t="t" r="r" b="b"/>
              <a:pathLst>
                <a:path w="5738" h="5771" extrusionOk="0">
                  <a:moveTo>
                    <a:pt x="3136" y="0"/>
                  </a:moveTo>
                  <a:lnTo>
                    <a:pt x="0" y="2368"/>
                  </a:lnTo>
                  <a:lnTo>
                    <a:pt x="3202" y="5771"/>
                  </a:lnTo>
                  <a:lnTo>
                    <a:pt x="5738" y="2802"/>
                  </a:lnTo>
                  <a:lnTo>
                    <a:pt x="3136"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0"/>
            <p:cNvSpPr/>
            <p:nvPr/>
          </p:nvSpPr>
          <p:spPr>
            <a:xfrm flipH="1">
              <a:off x="5450756" y="2473632"/>
              <a:ext cx="229097" cy="126628"/>
            </a:xfrm>
            <a:custGeom>
              <a:avLst/>
              <a:gdLst/>
              <a:ahLst/>
              <a:cxnLst/>
              <a:rect l="l" t="t" r="r" b="b"/>
              <a:pathLst>
                <a:path w="8174" h="4518" extrusionOk="0">
                  <a:moveTo>
                    <a:pt x="6266" y="0"/>
                  </a:moveTo>
                  <a:cubicBezTo>
                    <a:pt x="2937" y="0"/>
                    <a:pt x="1336" y="3154"/>
                    <a:pt x="1" y="4517"/>
                  </a:cubicBezTo>
                  <a:cubicBezTo>
                    <a:pt x="1" y="4517"/>
                    <a:pt x="1529" y="3990"/>
                    <a:pt x="2525" y="3990"/>
                  </a:cubicBezTo>
                  <a:cubicBezTo>
                    <a:pt x="2650" y="3990"/>
                    <a:pt x="2766" y="3998"/>
                    <a:pt x="2869" y="4017"/>
                  </a:cubicBezTo>
                  <a:cubicBezTo>
                    <a:pt x="2973" y="4034"/>
                    <a:pt x="3076" y="4042"/>
                    <a:pt x="3178" y="4042"/>
                  </a:cubicBezTo>
                  <a:cubicBezTo>
                    <a:pt x="3671" y="4042"/>
                    <a:pt x="4145" y="3848"/>
                    <a:pt x="4504" y="3517"/>
                  </a:cubicBezTo>
                  <a:lnTo>
                    <a:pt x="8173" y="314"/>
                  </a:lnTo>
                  <a:cubicBezTo>
                    <a:pt x="7480" y="96"/>
                    <a:pt x="6847" y="0"/>
                    <a:pt x="626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0"/>
            <p:cNvSpPr/>
            <p:nvPr/>
          </p:nvSpPr>
          <p:spPr>
            <a:xfrm flipH="1">
              <a:off x="5291840" y="2619852"/>
              <a:ext cx="164549" cy="219736"/>
            </a:xfrm>
            <a:custGeom>
              <a:avLst/>
              <a:gdLst/>
              <a:ahLst/>
              <a:cxnLst/>
              <a:rect l="l" t="t" r="r" b="b"/>
              <a:pathLst>
                <a:path w="5871" h="7840" extrusionOk="0">
                  <a:moveTo>
                    <a:pt x="4737" y="1"/>
                  </a:moveTo>
                  <a:cubicBezTo>
                    <a:pt x="4737" y="1"/>
                    <a:pt x="2902" y="1835"/>
                    <a:pt x="1301" y="3437"/>
                  </a:cubicBezTo>
                  <a:cubicBezTo>
                    <a:pt x="867" y="3837"/>
                    <a:pt x="634" y="4404"/>
                    <a:pt x="667" y="5004"/>
                  </a:cubicBezTo>
                  <a:cubicBezTo>
                    <a:pt x="801" y="5972"/>
                    <a:pt x="0" y="7840"/>
                    <a:pt x="0" y="7840"/>
                  </a:cubicBezTo>
                  <a:cubicBezTo>
                    <a:pt x="1701" y="6405"/>
                    <a:pt x="5871" y="4737"/>
                    <a:pt x="473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0"/>
            <p:cNvSpPr/>
            <p:nvPr/>
          </p:nvSpPr>
          <p:spPr>
            <a:xfrm flipH="1">
              <a:off x="5135699" y="2330243"/>
              <a:ext cx="465621" cy="426382"/>
            </a:xfrm>
            <a:custGeom>
              <a:avLst/>
              <a:gdLst/>
              <a:ahLst/>
              <a:cxnLst/>
              <a:rect l="l" t="t" r="r" b="b"/>
              <a:pathLst>
                <a:path w="16613" h="15213" extrusionOk="0">
                  <a:moveTo>
                    <a:pt x="13811" y="1"/>
                  </a:moveTo>
                  <a:cubicBezTo>
                    <a:pt x="12303" y="1"/>
                    <a:pt x="10198" y="924"/>
                    <a:pt x="8140" y="2662"/>
                  </a:cubicBezTo>
                  <a:lnTo>
                    <a:pt x="701" y="8933"/>
                  </a:lnTo>
                  <a:cubicBezTo>
                    <a:pt x="101" y="9400"/>
                    <a:pt x="1" y="10300"/>
                    <a:pt x="501" y="10901"/>
                  </a:cubicBezTo>
                  <a:lnTo>
                    <a:pt x="4170" y="14804"/>
                  </a:lnTo>
                  <a:cubicBezTo>
                    <a:pt x="4429" y="15079"/>
                    <a:pt x="4775" y="15213"/>
                    <a:pt x="5123" y="15213"/>
                  </a:cubicBezTo>
                  <a:cubicBezTo>
                    <a:pt x="5492" y="15213"/>
                    <a:pt x="5864" y="15062"/>
                    <a:pt x="6138" y="14770"/>
                  </a:cubicBezTo>
                  <a:lnTo>
                    <a:pt x="12877" y="7732"/>
                  </a:lnTo>
                  <a:cubicBezTo>
                    <a:pt x="15579" y="4897"/>
                    <a:pt x="16613" y="1828"/>
                    <a:pt x="15445" y="593"/>
                  </a:cubicBezTo>
                  <a:cubicBezTo>
                    <a:pt x="15068" y="195"/>
                    <a:pt x="14502" y="1"/>
                    <a:pt x="1381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0"/>
            <p:cNvSpPr/>
            <p:nvPr/>
          </p:nvSpPr>
          <p:spPr>
            <a:xfrm flipH="1">
              <a:off x="5128215" y="2324638"/>
              <a:ext cx="474954" cy="437369"/>
            </a:xfrm>
            <a:custGeom>
              <a:avLst/>
              <a:gdLst/>
              <a:ahLst/>
              <a:cxnLst/>
              <a:rect l="l" t="t" r="r" b="b"/>
              <a:pathLst>
                <a:path w="16946" h="15605" extrusionOk="0">
                  <a:moveTo>
                    <a:pt x="13998" y="390"/>
                  </a:moveTo>
                  <a:cubicBezTo>
                    <a:pt x="14515" y="390"/>
                    <a:pt x="14973" y="586"/>
                    <a:pt x="15344" y="927"/>
                  </a:cubicBezTo>
                  <a:cubicBezTo>
                    <a:pt x="16445" y="2128"/>
                    <a:pt x="15344" y="5130"/>
                    <a:pt x="12776" y="7798"/>
                  </a:cubicBezTo>
                  <a:lnTo>
                    <a:pt x="6071" y="14803"/>
                  </a:lnTo>
                  <a:cubicBezTo>
                    <a:pt x="5804" y="15037"/>
                    <a:pt x="5504" y="15170"/>
                    <a:pt x="5170" y="15204"/>
                  </a:cubicBezTo>
                  <a:cubicBezTo>
                    <a:pt x="4870" y="15170"/>
                    <a:pt x="4570" y="15070"/>
                    <a:pt x="4403" y="14870"/>
                  </a:cubicBezTo>
                  <a:lnTo>
                    <a:pt x="734" y="10934"/>
                  </a:lnTo>
                  <a:cubicBezTo>
                    <a:pt x="534" y="10701"/>
                    <a:pt x="434" y="10434"/>
                    <a:pt x="467" y="10133"/>
                  </a:cubicBezTo>
                  <a:cubicBezTo>
                    <a:pt x="467" y="9800"/>
                    <a:pt x="634" y="9466"/>
                    <a:pt x="901" y="9266"/>
                  </a:cubicBezTo>
                  <a:lnTo>
                    <a:pt x="8339" y="2995"/>
                  </a:lnTo>
                  <a:cubicBezTo>
                    <a:pt x="10307" y="1361"/>
                    <a:pt x="12442" y="393"/>
                    <a:pt x="13877" y="393"/>
                  </a:cubicBezTo>
                  <a:cubicBezTo>
                    <a:pt x="13918" y="391"/>
                    <a:pt x="13958" y="390"/>
                    <a:pt x="13998" y="390"/>
                  </a:cubicBezTo>
                  <a:close/>
                  <a:moveTo>
                    <a:pt x="13892" y="0"/>
                  </a:moveTo>
                  <a:cubicBezTo>
                    <a:pt x="12314" y="0"/>
                    <a:pt x="10139" y="969"/>
                    <a:pt x="8072" y="2695"/>
                  </a:cubicBezTo>
                  <a:lnTo>
                    <a:pt x="634" y="8966"/>
                  </a:lnTo>
                  <a:cubicBezTo>
                    <a:pt x="300" y="9233"/>
                    <a:pt x="67" y="9666"/>
                    <a:pt x="33" y="10133"/>
                  </a:cubicBezTo>
                  <a:cubicBezTo>
                    <a:pt x="0" y="10534"/>
                    <a:pt x="133" y="10934"/>
                    <a:pt x="434" y="11234"/>
                  </a:cubicBezTo>
                  <a:lnTo>
                    <a:pt x="4103" y="15137"/>
                  </a:lnTo>
                  <a:cubicBezTo>
                    <a:pt x="4370" y="15437"/>
                    <a:pt x="4770" y="15604"/>
                    <a:pt x="5170" y="15604"/>
                  </a:cubicBezTo>
                  <a:cubicBezTo>
                    <a:pt x="5604" y="15604"/>
                    <a:pt x="6038" y="15404"/>
                    <a:pt x="6371" y="15070"/>
                  </a:cubicBezTo>
                  <a:lnTo>
                    <a:pt x="13076" y="8099"/>
                  </a:lnTo>
                  <a:cubicBezTo>
                    <a:pt x="15845" y="5230"/>
                    <a:pt x="16945" y="2028"/>
                    <a:pt x="15645" y="660"/>
                  </a:cubicBezTo>
                  <a:cubicBezTo>
                    <a:pt x="15240" y="213"/>
                    <a:pt x="14632" y="0"/>
                    <a:pt x="13892"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0"/>
            <p:cNvSpPr/>
            <p:nvPr/>
          </p:nvSpPr>
          <p:spPr>
            <a:xfrm flipH="1">
              <a:off x="5244137" y="2419427"/>
              <a:ext cx="142015" cy="132234"/>
            </a:xfrm>
            <a:custGeom>
              <a:avLst/>
              <a:gdLst/>
              <a:ahLst/>
              <a:cxnLst/>
              <a:rect l="l" t="t" r="r" b="b"/>
              <a:pathLst>
                <a:path w="5067" h="4718" extrusionOk="0">
                  <a:moveTo>
                    <a:pt x="2476" y="0"/>
                  </a:moveTo>
                  <a:cubicBezTo>
                    <a:pt x="1324" y="0"/>
                    <a:pt x="206" y="855"/>
                    <a:pt x="96" y="2215"/>
                  </a:cubicBezTo>
                  <a:cubicBezTo>
                    <a:pt x="0" y="3671"/>
                    <a:pt x="1204" y="4718"/>
                    <a:pt x="2471" y="4718"/>
                  </a:cubicBezTo>
                  <a:cubicBezTo>
                    <a:pt x="2974" y="4718"/>
                    <a:pt x="3486" y="4553"/>
                    <a:pt x="3932" y="4183"/>
                  </a:cubicBezTo>
                  <a:cubicBezTo>
                    <a:pt x="4966" y="3282"/>
                    <a:pt x="5066" y="1748"/>
                    <a:pt x="4166" y="747"/>
                  </a:cubicBezTo>
                  <a:cubicBezTo>
                    <a:pt x="3685" y="233"/>
                    <a:pt x="3076" y="0"/>
                    <a:pt x="247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0"/>
            <p:cNvSpPr/>
            <p:nvPr/>
          </p:nvSpPr>
          <p:spPr>
            <a:xfrm flipH="1">
              <a:off x="5267512" y="2440756"/>
              <a:ext cx="98348" cy="91286"/>
            </a:xfrm>
            <a:custGeom>
              <a:avLst/>
              <a:gdLst/>
              <a:ahLst/>
              <a:cxnLst/>
              <a:rect l="l" t="t" r="r" b="b"/>
              <a:pathLst>
                <a:path w="3509" h="3257" extrusionOk="0">
                  <a:moveTo>
                    <a:pt x="1696" y="0"/>
                  </a:moveTo>
                  <a:cubicBezTo>
                    <a:pt x="903" y="0"/>
                    <a:pt x="138" y="582"/>
                    <a:pt x="72" y="1521"/>
                  </a:cubicBezTo>
                  <a:cubicBezTo>
                    <a:pt x="1" y="2526"/>
                    <a:pt x="822" y="3256"/>
                    <a:pt x="1710" y="3256"/>
                  </a:cubicBezTo>
                  <a:cubicBezTo>
                    <a:pt x="2060" y="3256"/>
                    <a:pt x="2421" y="3143"/>
                    <a:pt x="2741" y="2888"/>
                  </a:cubicBezTo>
                  <a:cubicBezTo>
                    <a:pt x="3442" y="2288"/>
                    <a:pt x="3508" y="1220"/>
                    <a:pt x="2874" y="520"/>
                  </a:cubicBezTo>
                  <a:cubicBezTo>
                    <a:pt x="2540" y="163"/>
                    <a:pt x="2114" y="0"/>
                    <a:pt x="16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0"/>
            <p:cNvSpPr/>
            <p:nvPr/>
          </p:nvSpPr>
          <p:spPr>
            <a:xfrm flipH="1">
              <a:off x="5717213" y="3219444"/>
              <a:ext cx="488043" cy="437902"/>
            </a:xfrm>
            <a:custGeom>
              <a:avLst/>
              <a:gdLst/>
              <a:ahLst/>
              <a:cxnLst/>
              <a:rect l="l" t="t" r="r" b="b"/>
              <a:pathLst>
                <a:path w="17413" h="15624" extrusionOk="0">
                  <a:moveTo>
                    <a:pt x="9267" y="1"/>
                  </a:moveTo>
                  <a:cubicBezTo>
                    <a:pt x="7214" y="1"/>
                    <a:pt x="5110" y="802"/>
                    <a:pt x="3469" y="2391"/>
                  </a:cubicBezTo>
                  <a:cubicBezTo>
                    <a:pt x="267" y="5494"/>
                    <a:pt x="0" y="10431"/>
                    <a:pt x="2902" y="13433"/>
                  </a:cubicBezTo>
                  <a:cubicBezTo>
                    <a:pt x="4317" y="14897"/>
                    <a:pt x="6217" y="15623"/>
                    <a:pt x="8163" y="15623"/>
                  </a:cubicBezTo>
                  <a:cubicBezTo>
                    <a:pt x="10207" y="15623"/>
                    <a:pt x="12303" y="14822"/>
                    <a:pt x="13943" y="13233"/>
                  </a:cubicBezTo>
                  <a:cubicBezTo>
                    <a:pt x="17179" y="10130"/>
                    <a:pt x="17412" y="5193"/>
                    <a:pt x="14544" y="2191"/>
                  </a:cubicBezTo>
                  <a:cubicBezTo>
                    <a:pt x="13128" y="727"/>
                    <a:pt x="11221" y="1"/>
                    <a:pt x="926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0"/>
            <p:cNvSpPr/>
            <p:nvPr/>
          </p:nvSpPr>
          <p:spPr>
            <a:xfrm flipH="1">
              <a:off x="5754714" y="3241558"/>
              <a:ext cx="405670" cy="393674"/>
            </a:xfrm>
            <a:custGeom>
              <a:avLst/>
              <a:gdLst/>
              <a:ahLst/>
              <a:cxnLst/>
              <a:rect l="l" t="t" r="r" b="b"/>
              <a:pathLst>
                <a:path w="14474" h="14046" extrusionOk="0">
                  <a:moveTo>
                    <a:pt x="7721" y="0"/>
                  </a:moveTo>
                  <a:cubicBezTo>
                    <a:pt x="7683" y="0"/>
                    <a:pt x="7644" y="1"/>
                    <a:pt x="7606" y="1"/>
                  </a:cubicBezTo>
                  <a:cubicBezTo>
                    <a:pt x="3669" y="35"/>
                    <a:pt x="400" y="3104"/>
                    <a:pt x="100" y="7006"/>
                  </a:cubicBezTo>
                  <a:cubicBezTo>
                    <a:pt x="0" y="8174"/>
                    <a:pt x="234" y="9308"/>
                    <a:pt x="701" y="10342"/>
                  </a:cubicBezTo>
                  <a:cubicBezTo>
                    <a:pt x="1789" y="12617"/>
                    <a:pt x="4051" y="14045"/>
                    <a:pt x="6552" y="14045"/>
                  </a:cubicBezTo>
                  <a:cubicBezTo>
                    <a:pt x="6581" y="14045"/>
                    <a:pt x="6609" y="14045"/>
                    <a:pt x="6638" y="14045"/>
                  </a:cubicBezTo>
                  <a:cubicBezTo>
                    <a:pt x="9273" y="14011"/>
                    <a:pt x="11709" y="12610"/>
                    <a:pt x="13043" y="10342"/>
                  </a:cubicBezTo>
                  <a:cubicBezTo>
                    <a:pt x="13677" y="9341"/>
                    <a:pt x="14044" y="8207"/>
                    <a:pt x="14144" y="7006"/>
                  </a:cubicBezTo>
                  <a:cubicBezTo>
                    <a:pt x="14474" y="3242"/>
                    <a:pt x="11502" y="0"/>
                    <a:pt x="77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0"/>
            <p:cNvSpPr/>
            <p:nvPr/>
          </p:nvSpPr>
          <p:spPr>
            <a:xfrm flipH="1">
              <a:off x="5794821" y="3479063"/>
              <a:ext cx="345943" cy="156169"/>
            </a:xfrm>
            <a:custGeom>
              <a:avLst/>
              <a:gdLst/>
              <a:ahLst/>
              <a:cxnLst/>
              <a:rect l="l" t="t" r="r" b="b"/>
              <a:pathLst>
                <a:path w="12343" h="5572" extrusionOk="0">
                  <a:moveTo>
                    <a:pt x="6305" y="0"/>
                  </a:moveTo>
                  <a:cubicBezTo>
                    <a:pt x="4070" y="33"/>
                    <a:pt x="1902" y="667"/>
                    <a:pt x="1" y="1868"/>
                  </a:cubicBezTo>
                  <a:cubicBezTo>
                    <a:pt x="1089" y="4143"/>
                    <a:pt x="3351" y="5571"/>
                    <a:pt x="5852" y="5571"/>
                  </a:cubicBezTo>
                  <a:cubicBezTo>
                    <a:pt x="5881" y="5571"/>
                    <a:pt x="5909" y="5571"/>
                    <a:pt x="5938" y="5571"/>
                  </a:cubicBezTo>
                  <a:cubicBezTo>
                    <a:pt x="8573" y="5537"/>
                    <a:pt x="11009" y="4136"/>
                    <a:pt x="12343" y="1868"/>
                  </a:cubicBezTo>
                  <a:cubicBezTo>
                    <a:pt x="10575" y="634"/>
                    <a:pt x="8473" y="0"/>
                    <a:pt x="6305"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0"/>
            <p:cNvSpPr/>
            <p:nvPr/>
          </p:nvSpPr>
          <p:spPr>
            <a:xfrm flipH="1">
              <a:off x="5864974" y="3283627"/>
              <a:ext cx="183188" cy="174892"/>
            </a:xfrm>
            <a:custGeom>
              <a:avLst/>
              <a:gdLst/>
              <a:ahLst/>
              <a:cxnLst/>
              <a:rect l="l" t="t" r="r" b="b"/>
              <a:pathLst>
                <a:path w="6536" h="6240" extrusionOk="0">
                  <a:moveTo>
                    <a:pt x="3560" y="1"/>
                  </a:moveTo>
                  <a:cubicBezTo>
                    <a:pt x="3540" y="1"/>
                    <a:pt x="3521" y="1"/>
                    <a:pt x="3502" y="1"/>
                  </a:cubicBezTo>
                  <a:cubicBezTo>
                    <a:pt x="1734" y="1"/>
                    <a:pt x="299" y="1369"/>
                    <a:pt x="166" y="3104"/>
                  </a:cubicBezTo>
                  <a:cubicBezTo>
                    <a:pt x="1" y="4786"/>
                    <a:pt x="1336" y="6240"/>
                    <a:pt x="3011" y="6240"/>
                  </a:cubicBezTo>
                  <a:cubicBezTo>
                    <a:pt x="3030" y="6240"/>
                    <a:pt x="3049" y="6240"/>
                    <a:pt x="3068" y="6239"/>
                  </a:cubicBezTo>
                  <a:cubicBezTo>
                    <a:pt x="4802" y="6206"/>
                    <a:pt x="6270" y="4872"/>
                    <a:pt x="6404" y="3104"/>
                  </a:cubicBezTo>
                  <a:cubicBezTo>
                    <a:pt x="6536" y="1422"/>
                    <a:pt x="5233" y="1"/>
                    <a:pt x="3560"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0"/>
            <p:cNvSpPr/>
            <p:nvPr/>
          </p:nvSpPr>
          <p:spPr>
            <a:xfrm flipH="1">
              <a:off x="6384744" y="2451574"/>
              <a:ext cx="240308" cy="358107"/>
            </a:xfrm>
            <a:custGeom>
              <a:avLst/>
              <a:gdLst/>
              <a:ahLst/>
              <a:cxnLst/>
              <a:rect l="l" t="t" r="r" b="b"/>
              <a:pathLst>
                <a:path w="8574" h="12777" extrusionOk="0">
                  <a:moveTo>
                    <a:pt x="7139" y="0"/>
                  </a:moveTo>
                  <a:lnTo>
                    <a:pt x="1" y="4771"/>
                  </a:lnTo>
                  <a:lnTo>
                    <a:pt x="1602" y="12776"/>
                  </a:lnTo>
                  <a:cubicBezTo>
                    <a:pt x="2302" y="12609"/>
                    <a:pt x="3003" y="12309"/>
                    <a:pt x="3670" y="11942"/>
                  </a:cubicBezTo>
                  <a:cubicBezTo>
                    <a:pt x="4304" y="11575"/>
                    <a:pt x="4938" y="11142"/>
                    <a:pt x="5471" y="10641"/>
                  </a:cubicBezTo>
                  <a:cubicBezTo>
                    <a:pt x="6939" y="9274"/>
                    <a:pt x="7906" y="7472"/>
                    <a:pt x="8240" y="5471"/>
                  </a:cubicBezTo>
                  <a:cubicBezTo>
                    <a:pt x="8573" y="3570"/>
                    <a:pt x="8173" y="1635"/>
                    <a:pt x="71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0"/>
            <p:cNvSpPr/>
            <p:nvPr/>
          </p:nvSpPr>
          <p:spPr>
            <a:xfrm flipH="1">
              <a:off x="6385697" y="2450650"/>
              <a:ext cx="239355" cy="359032"/>
            </a:xfrm>
            <a:custGeom>
              <a:avLst/>
              <a:gdLst/>
              <a:ahLst/>
              <a:cxnLst/>
              <a:rect l="l" t="t" r="r" b="b"/>
              <a:pathLst>
                <a:path w="8540" h="12810" extrusionOk="0">
                  <a:moveTo>
                    <a:pt x="7139" y="0"/>
                  </a:moveTo>
                  <a:cubicBezTo>
                    <a:pt x="7142" y="5"/>
                    <a:pt x="7146" y="11"/>
                    <a:pt x="7149" y="16"/>
                  </a:cubicBezTo>
                  <a:lnTo>
                    <a:pt x="7149" y="16"/>
                  </a:lnTo>
                  <a:lnTo>
                    <a:pt x="7172" y="0"/>
                  </a:lnTo>
                  <a:close/>
                  <a:moveTo>
                    <a:pt x="7015" y="617"/>
                  </a:moveTo>
                  <a:lnTo>
                    <a:pt x="7015" y="617"/>
                  </a:lnTo>
                  <a:cubicBezTo>
                    <a:pt x="7842" y="2114"/>
                    <a:pt x="8106" y="3809"/>
                    <a:pt x="7840" y="5437"/>
                  </a:cubicBezTo>
                  <a:cubicBezTo>
                    <a:pt x="7539" y="7339"/>
                    <a:pt x="6605" y="9073"/>
                    <a:pt x="5204" y="10374"/>
                  </a:cubicBezTo>
                  <a:cubicBezTo>
                    <a:pt x="4704" y="10841"/>
                    <a:pt x="4104" y="11275"/>
                    <a:pt x="3470" y="11608"/>
                  </a:cubicBezTo>
                  <a:cubicBezTo>
                    <a:pt x="3003" y="11875"/>
                    <a:pt x="2469" y="12109"/>
                    <a:pt x="1935" y="12276"/>
                  </a:cubicBezTo>
                  <a:lnTo>
                    <a:pt x="501" y="4970"/>
                  </a:lnTo>
                  <a:lnTo>
                    <a:pt x="7015" y="617"/>
                  </a:lnTo>
                  <a:close/>
                  <a:moveTo>
                    <a:pt x="7149" y="16"/>
                  </a:moveTo>
                  <a:lnTo>
                    <a:pt x="1" y="4804"/>
                  </a:lnTo>
                  <a:lnTo>
                    <a:pt x="1602" y="12809"/>
                  </a:lnTo>
                  <a:cubicBezTo>
                    <a:pt x="2302" y="12642"/>
                    <a:pt x="3003" y="12342"/>
                    <a:pt x="3670" y="11975"/>
                  </a:cubicBezTo>
                  <a:cubicBezTo>
                    <a:pt x="4304" y="11608"/>
                    <a:pt x="4938" y="11175"/>
                    <a:pt x="5471" y="10674"/>
                  </a:cubicBezTo>
                  <a:cubicBezTo>
                    <a:pt x="6939" y="9307"/>
                    <a:pt x="7906" y="7472"/>
                    <a:pt x="8240" y="5504"/>
                  </a:cubicBezTo>
                  <a:cubicBezTo>
                    <a:pt x="8539" y="3609"/>
                    <a:pt x="8176" y="1647"/>
                    <a:pt x="7149" y="16"/>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0"/>
            <p:cNvSpPr/>
            <p:nvPr/>
          </p:nvSpPr>
          <p:spPr>
            <a:xfrm flipH="1">
              <a:off x="6424936" y="2352469"/>
              <a:ext cx="404857" cy="232824"/>
            </a:xfrm>
            <a:custGeom>
              <a:avLst/>
              <a:gdLst/>
              <a:ahLst/>
              <a:cxnLst/>
              <a:rect l="l" t="t" r="r" b="b"/>
              <a:pathLst>
                <a:path w="14445" h="8307" extrusionOk="0">
                  <a:moveTo>
                    <a:pt x="7873" y="1"/>
                  </a:moveTo>
                  <a:cubicBezTo>
                    <a:pt x="5738" y="1"/>
                    <a:pt x="3553" y="801"/>
                    <a:pt x="1835" y="2402"/>
                  </a:cubicBezTo>
                  <a:cubicBezTo>
                    <a:pt x="1101" y="3103"/>
                    <a:pt x="467" y="3903"/>
                    <a:pt x="0" y="4771"/>
                  </a:cubicBezTo>
                  <a:lnTo>
                    <a:pt x="7306" y="8307"/>
                  </a:lnTo>
                  <a:lnTo>
                    <a:pt x="14444" y="3536"/>
                  </a:lnTo>
                  <a:cubicBezTo>
                    <a:pt x="14177" y="3136"/>
                    <a:pt x="13910" y="2769"/>
                    <a:pt x="13610" y="2402"/>
                  </a:cubicBezTo>
                  <a:cubicBezTo>
                    <a:pt x="12092" y="801"/>
                    <a:pt x="10008" y="1"/>
                    <a:pt x="7873"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0"/>
            <p:cNvSpPr/>
            <p:nvPr/>
          </p:nvSpPr>
          <p:spPr>
            <a:xfrm flipH="1">
              <a:off x="6580152" y="2486160"/>
              <a:ext cx="296391" cy="331902"/>
            </a:xfrm>
            <a:custGeom>
              <a:avLst/>
              <a:gdLst/>
              <a:ahLst/>
              <a:cxnLst/>
              <a:rect l="l" t="t" r="r" b="b"/>
              <a:pathLst>
                <a:path w="10575" h="11842" extrusionOk="0">
                  <a:moveTo>
                    <a:pt x="1668" y="1"/>
                  </a:moveTo>
                  <a:lnTo>
                    <a:pt x="1668" y="1"/>
                  </a:lnTo>
                  <a:cubicBezTo>
                    <a:pt x="1" y="3136"/>
                    <a:pt x="401" y="6939"/>
                    <a:pt x="2703" y="9407"/>
                  </a:cubicBezTo>
                  <a:cubicBezTo>
                    <a:pt x="4200" y="10979"/>
                    <a:pt x="6275" y="11842"/>
                    <a:pt x="8413" y="11842"/>
                  </a:cubicBezTo>
                  <a:cubicBezTo>
                    <a:pt x="9133" y="11842"/>
                    <a:pt x="9860" y="11744"/>
                    <a:pt x="10575" y="11542"/>
                  </a:cubicBezTo>
                  <a:lnTo>
                    <a:pt x="8974" y="3537"/>
                  </a:lnTo>
                  <a:lnTo>
                    <a:pt x="1668"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0"/>
            <p:cNvSpPr/>
            <p:nvPr/>
          </p:nvSpPr>
          <p:spPr>
            <a:xfrm flipH="1">
              <a:off x="7285072" y="2970448"/>
              <a:ext cx="12192" cy="24328"/>
            </a:xfrm>
            <a:custGeom>
              <a:avLst/>
              <a:gdLst/>
              <a:ahLst/>
              <a:cxnLst/>
              <a:rect l="l" t="t" r="r" b="b"/>
              <a:pathLst>
                <a:path w="435" h="868" extrusionOk="0">
                  <a:moveTo>
                    <a:pt x="34" y="1"/>
                  </a:moveTo>
                  <a:cubicBezTo>
                    <a:pt x="1" y="301"/>
                    <a:pt x="1" y="568"/>
                    <a:pt x="34" y="868"/>
                  </a:cubicBezTo>
                  <a:lnTo>
                    <a:pt x="435" y="801"/>
                  </a:lnTo>
                  <a:cubicBezTo>
                    <a:pt x="435" y="534"/>
                    <a:pt x="435" y="268"/>
                    <a:pt x="435"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0"/>
            <p:cNvSpPr/>
            <p:nvPr/>
          </p:nvSpPr>
          <p:spPr>
            <a:xfrm flipH="1">
              <a:off x="6996192" y="2578735"/>
              <a:ext cx="292635" cy="344066"/>
            </a:xfrm>
            <a:custGeom>
              <a:avLst/>
              <a:gdLst/>
              <a:ahLst/>
              <a:cxnLst/>
              <a:rect l="l" t="t" r="r" b="b"/>
              <a:pathLst>
                <a:path w="10441" h="12276" extrusionOk="0">
                  <a:moveTo>
                    <a:pt x="10241" y="0"/>
                  </a:moveTo>
                  <a:cubicBezTo>
                    <a:pt x="9707" y="267"/>
                    <a:pt x="9173" y="567"/>
                    <a:pt x="8673" y="901"/>
                  </a:cubicBezTo>
                  <a:lnTo>
                    <a:pt x="8906" y="1268"/>
                  </a:lnTo>
                  <a:cubicBezTo>
                    <a:pt x="9407" y="934"/>
                    <a:pt x="9907" y="634"/>
                    <a:pt x="10441" y="367"/>
                  </a:cubicBezTo>
                  <a:lnTo>
                    <a:pt x="10241" y="0"/>
                  </a:lnTo>
                  <a:close/>
                  <a:moveTo>
                    <a:pt x="7205" y="1968"/>
                  </a:moveTo>
                  <a:cubicBezTo>
                    <a:pt x="6738" y="2335"/>
                    <a:pt x="6305" y="2735"/>
                    <a:pt x="5838" y="3169"/>
                  </a:cubicBezTo>
                  <a:lnTo>
                    <a:pt x="6138" y="3469"/>
                  </a:lnTo>
                  <a:cubicBezTo>
                    <a:pt x="6605" y="3036"/>
                    <a:pt x="7005" y="2669"/>
                    <a:pt x="7472" y="2302"/>
                  </a:cubicBezTo>
                  <a:lnTo>
                    <a:pt x="7205" y="1968"/>
                  </a:lnTo>
                  <a:close/>
                  <a:moveTo>
                    <a:pt x="4603" y="4437"/>
                  </a:moveTo>
                  <a:cubicBezTo>
                    <a:pt x="4170" y="4904"/>
                    <a:pt x="3803" y="5371"/>
                    <a:pt x="3436" y="5838"/>
                  </a:cubicBezTo>
                  <a:lnTo>
                    <a:pt x="3736" y="6071"/>
                  </a:lnTo>
                  <a:cubicBezTo>
                    <a:pt x="4103" y="5637"/>
                    <a:pt x="4503" y="5170"/>
                    <a:pt x="4904" y="4737"/>
                  </a:cubicBezTo>
                  <a:lnTo>
                    <a:pt x="4603" y="4437"/>
                  </a:lnTo>
                  <a:close/>
                  <a:moveTo>
                    <a:pt x="2368" y="7305"/>
                  </a:moveTo>
                  <a:cubicBezTo>
                    <a:pt x="2035" y="7806"/>
                    <a:pt x="1701" y="8306"/>
                    <a:pt x="1434" y="8840"/>
                  </a:cubicBezTo>
                  <a:lnTo>
                    <a:pt x="1768" y="9040"/>
                  </a:lnTo>
                  <a:cubicBezTo>
                    <a:pt x="2068" y="8539"/>
                    <a:pt x="2368" y="8039"/>
                    <a:pt x="2702" y="7539"/>
                  </a:cubicBezTo>
                  <a:lnTo>
                    <a:pt x="2368" y="7305"/>
                  </a:lnTo>
                  <a:close/>
                  <a:moveTo>
                    <a:pt x="601" y="10474"/>
                  </a:moveTo>
                  <a:cubicBezTo>
                    <a:pt x="367" y="11008"/>
                    <a:pt x="167" y="11575"/>
                    <a:pt x="0" y="12175"/>
                  </a:cubicBezTo>
                  <a:lnTo>
                    <a:pt x="434" y="12275"/>
                  </a:lnTo>
                  <a:cubicBezTo>
                    <a:pt x="567" y="11708"/>
                    <a:pt x="767" y="11175"/>
                    <a:pt x="1001" y="10641"/>
                  </a:cubicBezTo>
                  <a:lnTo>
                    <a:pt x="601" y="10474"/>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0"/>
            <p:cNvSpPr/>
            <p:nvPr/>
          </p:nvSpPr>
          <p:spPr>
            <a:xfrm flipH="1">
              <a:off x="6928870" y="2552558"/>
              <a:ext cx="25281" cy="17769"/>
            </a:xfrm>
            <a:custGeom>
              <a:avLst/>
              <a:gdLst/>
              <a:ahLst/>
              <a:cxnLst/>
              <a:rect l="l" t="t" r="r" b="b"/>
              <a:pathLst>
                <a:path w="902" h="634" extrusionOk="0">
                  <a:moveTo>
                    <a:pt x="835" y="0"/>
                  </a:moveTo>
                  <a:cubicBezTo>
                    <a:pt x="535" y="67"/>
                    <a:pt x="268" y="133"/>
                    <a:pt x="1" y="234"/>
                  </a:cubicBezTo>
                  <a:lnTo>
                    <a:pt x="101" y="634"/>
                  </a:lnTo>
                  <a:cubicBezTo>
                    <a:pt x="368" y="534"/>
                    <a:pt x="635" y="467"/>
                    <a:pt x="902" y="400"/>
                  </a:cubicBezTo>
                  <a:lnTo>
                    <a:pt x="835"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0"/>
            <p:cNvSpPr/>
            <p:nvPr/>
          </p:nvSpPr>
          <p:spPr>
            <a:xfrm flipH="1">
              <a:off x="5335759" y="2869493"/>
              <a:ext cx="14995" cy="25253"/>
            </a:xfrm>
            <a:custGeom>
              <a:avLst/>
              <a:gdLst/>
              <a:ahLst/>
              <a:cxnLst/>
              <a:rect l="l" t="t" r="r" b="b"/>
              <a:pathLst>
                <a:path w="535" h="901" extrusionOk="0">
                  <a:moveTo>
                    <a:pt x="434" y="0"/>
                  </a:moveTo>
                  <a:lnTo>
                    <a:pt x="0" y="100"/>
                  </a:lnTo>
                  <a:cubicBezTo>
                    <a:pt x="67" y="334"/>
                    <a:pt x="101" y="601"/>
                    <a:pt x="134" y="901"/>
                  </a:cubicBezTo>
                  <a:lnTo>
                    <a:pt x="534" y="834"/>
                  </a:lnTo>
                  <a:cubicBezTo>
                    <a:pt x="501" y="567"/>
                    <a:pt x="467" y="267"/>
                    <a:pt x="43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0"/>
            <p:cNvSpPr/>
            <p:nvPr/>
          </p:nvSpPr>
          <p:spPr>
            <a:xfrm flipH="1">
              <a:off x="5334834" y="2938664"/>
              <a:ext cx="244035" cy="406707"/>
            </a:xfrm>
            <a:custGeom>
              <a:avLst/>
              <a:gdLst/>
              <a:ahLst/>
              <a:cxnLst/>
              <a:rect l="l" t="t" r="r" b="b"/>
              <a:pathLst>
                <a:path w="8707" h="14511" extrusionOk="0">
                  <a:moveTo>
                    <a:pt x="8306" y="1"/>
                  </a:moveTo>
                  <a:cubicBezTo>
                    <a:pt x="8273" y="501"/>
                    <a:pt x="8240" y="1035"/>
                    <a:pt x="8173" y="1535"/>
                  </a:cubicBezTo>
                  <a:lnTo>
                    <a:pt x="8573" y="1602"/>
                  </a:lnTo>
                  <a:lnTo>
                    <a:pt x="8573" y="1568"/>
                  </a:lnTo>
                  <a:cubicBezTo>
                    <a:pt x="8673" y="1035"/>
                    <a:pt x="8707" y="501"/>
                    <a:pt x="8707" y="1"/>
                  </a:cubicBezTo>
                  <a:close/>
                  <a:moveTo>
                    <a:pt x="7873" y="3069"/>
                  </a:moveTo>
                  <a:cubicBezTo>
                    <a:pt x="7773" y="3570"/>
                    <a:pt x="7606" y="4070"/>
                    <a:pt x="7472" y="4571"/>
                  </a:cubicBezTo>
                  <a:lnTo>
                    <a:pt x="7873" y="4704"/>
                  </a:lnTo>
                  <a:lnTo>
                    <a:pt x="7873" y="4671"/>
                  </a:lnTo>
                  <a:cubicBezTo>
                    <a:pt x="8039" y="4170"/>
                    <a:pt x="8173" y="3670"/>
                    <a:pt x="8306" y="3169"/>
                  </a:cubicBezTo>
                  <a:lnTo>
                    <a:pt x="7873" y="3069"/>
                  </a:lnTo>
                  <a:close/>
                  <a:moveTo>
                    <a:pt x="6939" y="6005"/>
                  </a:moveTo>
                  <a:cubicBezTo>
                    <a:pt x="6738" y="6505"/>
                    <a:pt x="6505" y="6972"/>
                    <a:pt x="6271" y="7439"/>
                  </a:cubicBezTo>
                  <a:lnTo>
                    <a:pt x="6638" y="7606"/>
                  </a:lnTo>
                  <a:cubicBezTo>
                    <a:pt x="6905" y="7139"/>
                    <a:pt x="7139" y="6672"/>
                    <a:pt x="7339" y="6172"/>
                  </a:cubicBezTo>
                  <a:lnTo>
                    <a:pt x="6939" y="6005"/>
                  </a:lnTo>
                  <a:close/>
                  <a:moveTo>
                    <a:pt x="5504" y="8774"/>
                  </a:moveTo>
                  <a:cubicBezTo>
                    <a:pt x="5237" y="9207"/>
                    <a:pt x="4937" y="9641"/>
                    <a:pt x="4604" y="10041"/>
                  </a:cubicBezTo>
                  <a:lnTo>
                    <a:pt x="4937" y="10308"/>
                  </a:lnTo>
                  <a:cubicBezTo>
                    <a:pt x="5271" y="9874"/>
                    <a:pt x="5571" y="9441"/>
                    <a:pt x="5871" y="9007"/>
                  </a:cubicBezTo>
                  <a:lnTo>
                    <a:pt x="5504" y="8774"/>
                  </a:lnTo>
                  <a:close/>
                  <a:moveTo>
                    <a:pt x="3603" y="11242"/>
                  </a:moveTo>
                  <a:cubicBezTo>
                    <a:pt x="3236" y="11609"/>
                    <a:pt x="2869" y="11976"/>
                    <a:pt x="2502" y="12309"/>
                  </a:cubicBezTo>
                  <a:lnTo>
                    <a:pt x="2769" y="12643"/>
                  </a:lnTo>
                  <a:cubicBezTo>
                    <a:pt x="3169" y="12276"/>
                    <a:pt x="3536" y="11909"/>
                    <a:pt x="3903" y="11509"/>
                  </a:cubicBezTo>
                  <a:lnTo>
                    <a:pt x="3603" y="11242"/>
                  </a:lnTo>
                  <a:close/>
                  <a:moveTo>
                    <a:pt x="1268" y="13277"/>
                  </a:moveTo>
                  <a:cubicBezTo>
                    <a:pt x="868" y="13610"/>
                    <a:pt x="434" y="13877"/>
                    <a:pt x="0" y="14144"/>
                  </a:cubicBezTo>
                  <a:lnTo>
                    <a:pt x="200" y="14511"/>
                  </a:lnTo>
                  <a:cubicBezTo>
                    <a:pt x="667" y="14244"/>
                    <a:pt x="1101" y="13944"/>
                    <a:pt x="1535" y="13644"/>
                  </a:cubicBezTo>
                  <a:lnTo>
                    <a:pt x="1268" y="13277"/>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0"/>
            <p:cNvSpPr/>
            <p:nvPr/>
          </p:nvSpPr>
          <p:spPr>
            <a:xfrm flipH="1">
              <a:off x="5612502" y="3355630"/>
              <a:ext cx="26206" cy="20600"/>
            </a:xfrm>
            <a:custGeom>
              <a:avLst/>
              <a:gdLst/>
              <a:ahLst/>
              <a:cxnLst/>
              <a:rect l="l" t="t" r="r" b="b"/>
              <a:pathLst>
                <a:path w="935" h="735" extrusionOk="0">
                  <a:moveTo>
                    <a:pt x="734" y="1"/>
                  </a:moveTo>
                  <a:cubicBezTo>
                    <a:pt x="501" y="134"/>
                    <a:pt x="267" y="234"/>
                    <a:pt x="0" y="334"/>
                  </a:cubicBezTo>
                  <a:lnTo>
                    <a:pt x="167" y="735"/>
                  </a:lnTo>
                  <a:cubicBezTo>
                    <a:pt x="434" y="635"/>
                    <a:pt x="668" y="501"/>
                    <a:pt x="934" y="401"/>
                  </a:cubicBezTo>
                  <a:lnTo>
                    <a:pt x="734"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0"/>
            <p:cNvSpPr/>
            <p:nvPr/>
          </p:nvSpPr>
          <p:spPr>
            <a:xfrm flipH="1">
              <a:off x="6276306" y="2537591"/>
              <a:ext cx="25253" cy="15920"/>
            </a:xfrm>
            <a:custGeom>
              <a:avLst/>
              <a:gdLst/>
              <a:ahLst/>
              <a:cxnLst/>
              <a:rect l="l" t="t" r="r" b="b"/>
              <a:pathLst>
                <a:path w="901" h="568" extrusionOk="0">
                  <a:moveTo>
                    <a:pt x="67" y="0"/>
                  </a:moveTo>
                  <a:lnTo>
                    <a:pt x="0" y="401"/>
                  </a:lnTo>
                  <a:cubicBezTo>
                    <a:pt x="234" y="434"/>
                    <a:pt x="501" y="501"/>
                    <a:pt x="767" y="567"/>
                  </a:cubicBezTo>
                  <a:lnTo>
                    <a:pt x="901" y="167"/>
                  </a:lnTo>
                  <a:cubicBezTo>
                    <a:pt x="601" y="100"/>
                    <a:pt x="334" y="34"/>
                    <a:pt x="67"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0"/>
            <p:cNvSpPr/>
            <p:nvPr/>
          </p:nvSpPr>
          <p:spPr>
            <a:xfrm flipH="1">
              <a:off x="5921954" y="2558163"/>
              <a:ext cx="312310" cy="523582"/>
            </a:xfrm>
            <a:custGeom>
              <a:avLst/>
              <a:gdLst/>
              <a:ahLst/>
              <a:cxnLst/>
              <a:rect l="l" t="t" r="r" b="b"/>
              <a:pathLst>
                <a:path w="11143" h="18681" extrusionOk="0">
                  <a:moveTo>
                    <a:pt x="168" y="0"/>
                  </a:moveTo>
                  <a:lnTo>
                    <a:pt x="1" y="400"/>
                  </a:lnTo>
                  <a:cubicBezTo>
                    <a:pt x="501" y="601"/>
                    <a:pt x="1035" y="867"/>
                    <a:pt x="1502" y="1168"/>
                  </a:cubicBezTo>
                  <a:lnTo>
                    <a:pt x="1736" y="801"/>
                  </a:lnTo>
                  <a:cubicBezTo>
                    <a:pt x="1235" y="501"/>
                    <a:pt x="701" y="234"/>
                    <a:pt x="168" y="0"/>
                  </a:cubicBezTo>
                  <a:close/>
                  <a:moveTo>
                    <a:pt x="3170" y="1801"/>
                  </a:moveTo>
                  <a:lnTo>
                    <a:pt x="2903" y="2135"/>
                  </a:lnTo>
                  <a:cubicBezTo>
                    <a:pt x="3370" y="2469"/>
                    <a:pt x="3804" y="2836"/>
                    <a:pt x="4204" y="3236"/>
                  </a:cubicBezTo>
                  <a:lnTo>
                    <a:pt x="4504" y="2936"/>
                  </a:lnTo>
                  <a:cubicBezTo>
                    <a:pt x="4071" y="2535"/>
                    <a:pt x="3637" y="2168"/>
                    <a:pt x="3170" y="1801"/>
                  </a:cubicBezTo>
                  <a:close/>
                  <a:moveTo>
                    <a:pt x="5705" y="4237"/>
                  </a:moveTo>
                  <a:lnTo>
                    <a:pt x="5371" y="4503"/>
                  </a:lnTo>
                  <a:cubicBezTo>
                    <a:pt x="5738" y="4937"/>
                    <a:pt x="6105" y="5371"/>
                    <a:pt x="6439" y="5838"/>
                  </a:cubicBezTo>
                  <a:lnTo>
                    <a:pt x="6806" y="5604"/>
                  </a:lnTo>
                  <a:cubicBezTo>
                    <a:pt x="6439" y="5137"/>
                    <a:pt x="6072" y="4637"/>
                    <a:pt x="5705" y="4237"/>
                  </a:cubicBezTo>
                  <a:close/>
                  <a:moveTo>
                    <a:pt x="7773" y="7039"/>
                  </a:moveTo>
                  <a:lnTo>
                    <a:pt x="7440" y="7272"/>
                  </a:lnTo>
                  <a:cubicBezTo>
                    <a:pt x="7706" y="7739"/>
                    <a:pt x="8007" y="8239"/>
                    <a:pt x="8274" y="8773"/>
                  </a:cubicBezTo>
                  <a:lnTo>
                    <a:pt x="8640" y="8573"/>
                  </a:lnTo>
                  <a:cubicBezTo>
                    <a:pt x="8374" y="8039"/>
                    <a:pt x="8073" y="7539"/>
                    <a:pt x="7773" y="7039"/>
                  </a:cubicBezTo>
                  <a:close/>
                  <a:moveTo>
                    <a:pt x="9374" y="10141"/>
                  </a:moveTo>
                  <a:lnTo>
                    <a:pt x="9007" y="10308"/>
                  </a:lnTo>
                  <a:cubicBezTo>
                    <a:pt x="9208" y="10841"/>
                    <a:pt x="9441" y="11375"/>
                    <a:pt x="9608" y="11909"/>
                  </a:cubicBezTo>
                  <a:lnTo>
                    <a:pt x="10008" y="11775"/>
                  </a:lnTo>
                  <a:cubicBezTo>
                    <a:pt x="9808" y="11242"/>
                    <a:pt x="9608" y="10674"/>
                    <a:pt x="9374" y="10141"/>
                  </a:cubicBezTo>
                  <a:close/>
                  <a:moveTo>
                    <a:pt x="10542" y="13476"/>
                  </a:moveTo>
                  <a:lnTo>
                    <a:pt x="10108" y="13577"/>
                  </a:lnTo>
                  <a:cubicBezTo>
                    <a:pt x="10275" y="14144"/>
                    <a:pt x="10375" y="14711"/>
                    <a:pt x="10475" y="15244"/>
                  </a:cubicBezTo>
                  <a:lnTo>
                    <a:pt x="10909" y="15211"/>
                  </a:lnTo>
                  <a:cubicBezTo>
                    <a:pt x="10809" y="14644"/>
                    <a:pt x="10675" y="14044"/>
                    <a:pt x="10542" y="13476"/>
                  </a:cubicBezTo>
                  <a:close/>
                  <a:moveTo>
                    <a:pt x="10675" y="16946"/>
                  </a:moveTo>
                  <a:cubicBezTo>
                    <a:pt x="10709" y="17279"/>
                    <a:pt x="10709" y="17613"/>
                    <a:pt x="10709" y="17946"/>
                  </a:cubicBezTo>
                  <a:cubicBezTo>
                    <a:pt x="10709" y="18180"/>
                    <a:pt x="10709" y="18413"/>
                    <a:pt x="10709" y="18680"/>
                  </a:cubicBezTo>
                  <a:lnTo>
                    <a:pt x="11109" y="18680"/>
                  </a:lnTo>
                  <a:cubicBezTo>
                    <a:pt x="11142" y="18447"/>
                    <a:pt x="11142" y="18180"/>
                    <a:pt x="11142" y="17946"/>
                  </a:cubicBezTo>
                  <a:cubicBezTo>
                    <a:pt x="11142" y="17613"/>
                    <a:pt x="11142" y="17279"/>
                    <a:pt x="11109" y="16946"/>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0"/>
            <p:cNvSpPr/>
            <p:nvPr/>
          </p:nvSpPr>
          <p:spPr>
            <a:xfrm flipH="1">
              <a:off x="5929437" y="3128467"/>
              <a:ext cx="16873" cy="26206"/>
            </a:xfrm>
            <a:custGeom>
              <a:avLst/>
              <a:gdLst/>
              <a:ahLst/>
              <a:cxnLst/>
              <a:rect l="l" t="t" r="r" b="b"/>
              <a:pathLst>
                <a:path w="602" h="935" extrusionOk="0">
                  <a:moveTo>
                    <a:pt x="201" y="0"/>
                  </a:moveTo>
                  <a:cubicBezTo>
                    <a:pt x="134" y="267"/>
                    <a:pt x="68" y="534"/>
                    <a:pt x="1" y="801"/>
                  </a:cubicBezTo>
                  <a:lnTo>
                    <a:pt x="401" y="934"/>
                  </a:lnTo>
                  <a:cubicBezTo>
                    <a:pt x="468" y="667"/>
                    <a:pt x="535" y="367"/>
                    <a:pt x="601" y="100"/>
                  </a:cubicBezTo>
                  <a:lnTo>
                    <a:pt x="201"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0"/>
            <p:cNvSpPr/>
            <p:nvPr/>
          </p:nvSpPr>
          <p:spPr>
            <a:xfrm flipH="1">
              <a:off x="7019567" y="2106584"/>
              <a:ext cx="454354" cy="244091"/>
            </a:xfrm>
            <a:custGeom>
              <a:avLst/>
              <a:gdLst/>
              <a:ahLst/>
              <a:cxnLst/>
              <a:rect l="l" t="t" r="r" b="b"/>
              <a:pathLst>
                <a:path w="16211" h="8709" extrusionOk="0">
                  <a:moveTo>
                    <a:pt x="8139" y="1"/>
                  </a:moveTo>
                  <a:cubicBezTo>
                    <a:pt x="6471" y="34"/>
                    <a:pt x="5036" y="1135"/>
                    <a:pt x="4569" y="2736"/>
                  </a:cubicBezTo>
                  <a:cubicBezTo>
                    <a:pt x="2968" y="2869"/>
                    <a:pt x="1701" y="4137"/>
                    <a:pt x="1567" y="5738"/>
                  </a:cubicBezTo>
                  <a:lnTo>
                    <a:pt x="1567" y="5938"/>
                  </a:lnTo>
                  <a:cubicBezTo>
                    <a:pt x="767" y="5938"/>
                    <a:pt x="133" y="6539"/>
                    <a:pt x="66" y="7339"/>
                  </a:cubicBezTo>
                  <a:cubicBezTo>
                    <a:pt x="1" y="8055"/>
                    <a:pt x="571" y="8708"/>
                    <a:pt x="1312" y="8708"/>
                  </a:cubicBezTo>
                  <a:cubicBezTo>
                    <a:pt x="1330" y="8708"/>
                    <a:pt x="1349" y="8708"/>
                    <a:pt x="1367" y="8707"/>
                  </a:cubicBezTo>
                  <a:lnTo>
                    <a:pt x="13876" y="8707"/>
                  </a:lnTo>
                  <a:cubicBezTo>
                    <a:pt x="15077" y="8707"/>
                    <a:pt x="16044" y="7773"/>
                    <a:pt x="16144" y="6605"/>
                  </a:cubicBezTo>
                  <a:cubicBezTo>
                    <a:pt x="16211" y="5738"/>
                    <a:pt x="15711" y="4938"/>
                    <a:pt x="14910" y="4604"/>
                  </a:cubicBezTo>
                  <a:cubicBezTo>
                    <a:pt x="15042" y="3088"/>
                    <a:pt x="13839" y="1768"/>
                    <a:pt x="12299" y="1768"/>
                  </a:cubicBezTo>
                  <a:cubicBezTo>
                    <a:pt x="12280" y="1768"/>
                    <a:pt x="12261" y="1768"/>
                    <a:pt x="12241" y="1769"/>
                  </a:cubicBezTo>
                  <a:cubicBezTo>
                    <a:pt x="11875" y="1769"/>
                    <a:pt x="11474" y="1835"/>
                    <a:pt x="11141" y="1969"/>
                  </a:cubicBezTo>
                  <a:cubicBezTo>
                    <a:pt x="10640" y="768"/>
                    <a:pt x="9439" y="1"/>
                    <a:pt x="8139"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0"/>
            <p:cNvSpPr/>
            <p:nvPr/>
          </p:nvSpPr>
          <p:spPr>
            <a:xfrm flipH="1">
              <a:off x="5509670" y="2122448"/>
              <a:ext cx="397374" cy="213233"/>
            </a:xfrm>
            <a:custGeom>
              <a:avLst/>
              <a:gdLst/>
              <a:ahLst/>
              <a:cxnLst/>
              <a:rect l="l" t="t" r="r" b="b"/>
              <a:pathLst>
                <a:path w="14178" h="7608" extrusionOk="0">
                  <a:moveTo>
                    <a:pt x="7184" y="1"/>
                  </a:moveTo>
                  <a:cubicBezTo>
                    <a:pt x="7158" y="1"/>
                    <a:pt x="7132" y="1"/>
                    <a:pt x="7106" y="2"/>
                  </a:cubicBezTo>
                  <a:cubicBezTo>
                    <a:pt x="5672" y="35"/>
                    <a:pt x="4404" y="1002"/>
                    <a:pt x="4004" y="2370"/>
                  </a:cubicBezTo>
                  <a:cubicBezTo>
                    <a:pt x="2603" y="2470"/>
                    <a:pt x="1469" y="3604"/>
                    <a:pt x="1369" y="5005"/>
                  </a:cubicBezTo>
                  <a:lnTo>
                    <a:pt x="1369" y="5172"/>
                  </a:lnTo>
                  <a:cubicBezTo>
                    <a:pt x="668" y="5205"/>
                    <a:pt x="101" y="5706"/>
                    <a:pt x="68" y="6406"/>
                  </a:cubicBezTo>
                  <a:cubicBezTo>
                    <a:pt x="1" y="7040"/>
                    <a:pt x="535" y="7607"/>
                    <a:pt x="1202" y="7607"/>
                  </a:cubicBezTo>
                  <a:lnTo>
                    <a:pt x="12143" y="7607"/>
                  </a:lnTo>
                  <a:cubicBezTo>
                    <a:pt x="13177" y="7607"/>
                    <a:pt x="14044" y="6807"/>
                    <a:pt x="14111" y="5739"/>
                  </a:cubicBezTo>
                  <a:cubicBezTo>
                    <a:pt x="14178" y="5005"/>
                    <a:pt x="13744" y="4305"/>
                    <a:pt x="13044" y="4038"/>
                  </a:cubicBezTo>
                  <a:cubicBezTo>
                    <a:pt x="13142" y="2689"/>
                    <a:pt x="12073" y="1535"/>
                    <a:pt x="10732" y="1535"/>
                  </a:cubicBezTo>
                  <a:cubicBezTo>
                    <a:pt x="10713" y="1535"/>
                    <a:pt x="10694" y="1536"/>
                    <a:pt x="10675" y="1536"/>
                  </a:cubicBezTo>
                  <a:cubicBezTo>
                    <a:pt x="10375" y="1536"/>
                    <a:pt x="10041" y="1570"/>
                    <a:pt x="9741" y="1703"/>
                  </a:cubicBezTo>
                  <a:cubicBezTo>
                    <a:pt x="9285" y="693"/>
                    <a:pt x="8287" y="1"/>
                    <a:pt x="7184"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0"/>
            <p:cNvSpPr/>
            <p:nvPr/>
          </p:nvSpPr>
          <p:spPr>
            <a:xfrm flipH="1">
              <a:off x="6069687" y="1988756"/>
              <a:ext cx="299194" cy="160878"/>
            </a:xfrm>
            <a:custGeom>
              <a:avLst/>
              <a:gdLst/>
              <a:ahLst/>
              <a:cxnLst/>
              <a:rect l="l" t="t" r="r" b="b"/>
              <a:pathLst>
                <a:path w="10675" h="5740" extrusionOk="0">
                  <a:moveTo>
                    <a:pt x="6005" y="1"/>
                  </a:moveTo>
                  <a:cubicBezTo>
                    <a:pt x="5983" y="1"/>
                    <a:pt x="5961" y="1"/>
                    <a:pt x="5938" y="2"/>
                  </a:cubicBezTo>
                  <a:cubicBezTo>
                    <a:pt x="5037" y="2"/>
                    <a:pt x="4204" y="502"/>
                    <a:pt x="3770" y="1269"/>
                  </a:cubicBezTo>
                  <a:cubicBezTo>
                    <a:pt x="3570" y="1202"/>
                    <a:pt x="3303" y="1136"/>
                    <a:pt x="3069" y="1136"/>
                  </a:cubicBezTo>
                  <a:cubicBezTo>
                    <a:pt x="2002" y="1169"/>
                    <a:pt x="1135" y="1970"/>
                    <a:pt x="1035" y="3037"/>
                  </a:cubicBezTo>
                  <a:cubicBezTo>
                    <a:pt x="501" y="3237"/>
                    <a:pt x="101" y="3738"/>
                    <a:pt x="67" y="4338"/>
                  </a:cubicBezTo>
                  <a:cubicBezTo>
                    <a:pt x="1" y="5105"/>
                    <a:pt x="601" y="5739"/>
                    <a:pt x="1368" y="5739"/>
                  </a:cubicBezTo>
                  <a:lnTo>
                    <a:pt x="9641" y="5739"/>
                  </a:lnTo>
                  <a:cubicBezTo>
                    <a:pt x="10141" y="5739"/>
                    <a:pt x="10575" y="5339"/>
                    <a:pt x="10608" y="4838"/>
                  </a:cubicBezTo>
                  <a:cubicBezTo>
                    <a:pt x="10675" y="4305"/>
                    <a:pt x="10275" y="3904"/>
                    <a:pt x="9774" y="3904"/>
                  </a:cubicBezTo>
                  <a:cubicBezTo>
                    <a:pt x="9774" y="3871"/>
                    <a:pt x="9774" y="3804"/>
                    <a:pt x="9774" y="3771"/>
                  </a:cubicBezTo>
                  <a:cubicBezTo>
                    <a:pt x="9841" y="2737"/>
                    <a:pt x="9074" y="1836"/>
                    <a:pt x="8040" y="1803"/>
                  </a:cubicBezTo>
                  <a:cubicBezTo>
                    <a:pt x="7909" y="758"/>
                    <a:pt x="7043" y="1"/>
                    <a:pt x="6005"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0"/>
            <p:cNvSpPr/>
            <p:nvPr/>
          </p:nvSpPr>
          <p:spPr>
            <a:xfrm flipH="1">
              <a:off x="8410964" y="2023567"/>
              <a:ext cx="341011" cy="678350"/>
            </a:xfrm>
            <a:custGeom>
              <a:avLst/>
              <a:gdLst/>
              <a:ahLst/>
              <a:cxnLst/>
              <a:rect l="l" t="t" r="r" b="b"/>
              <a:pathLst>
                <a:path w="12167" h="24203" extrusionOk="0">
                  <a:moveTo>
                    <a:pt x="9434" y="1"/>
                  </a:moveTo>
                  <a:cubicBezTo>
                    <a:pt x="8929" y="1"/>
                    <a:pt x="8408" y="214"/>
                    <a:pt x="7973" y="728"/>
                  </a:cubicBezTo>
                  <a:cubicBezTo>
                    <a:pt x="7139" y="1728"/>
                    <a:pt x="6371" y="2729"/>
                    <a:pt x="5638" y="3763"/>
                  </a:cubicBezTo>
                  <a:cubicBezTo>
                    <a:pt x="4870" y="4797"/>
                    <a:pt x="4170" y="5865"/>
                    <a:pt x="3503" y="6966"/>
                  </a:cubicBezTo>
                  <a:cubicBezTo>
                    <a:pt x="2836" y="8066"/>
                    <a:pt x="2202" y="9200"/>
                    <a:pt x="1635" y="10368"/>
                  </a:cubicBezTo>
                  <a:cubicBezTo>
                    <a:pt x="1034" y="11569"/>
                    <a:pt x="534" y="12770"/>
                    <a:pt x="134" y="14037"/>
                  </a:cubicBezTo>
                  <a:lnTo>
                    <a:pt x="100" y="14137"/>
                  </a:lnTo>
                  <a:cubicBezTo>
                    <a:pt x="34" y="14337"/>
                    <a:pt x="0" y="14538"/>
                    <a:pt x="34" y="14738"/>
                  </a:cubicBezTo>
                  <a:cubicBezTo>
                    <a:pt x="134" y="15738"/>
                    <a:pt x="367" y="16739"/>
                    <a:pt x="734" y="17673"/>
                  </a:cubicBezTo>
                  <a:cubicBezTo>
                    <a:pt x="1068" y="18607"/>
                    <a:pt x="1568" y="19474"/>
                    <a:pt x="2135" y="20308"/>
                  </a:cubicBezTo>
                  <a:cubicBezTo>
                    <a:pt x="2702" y="21076"/>
                    <a:pt x="3336" y="21776"/>
                    <a:pt x="4070" y="22443"/>
                  </a:cubicBezTo>
                  <a:cubicBezTo>
                    <a:pt x="4437" y="22743"/>
                    <a:pt x="4804" y="23044"/>
                    <a:pt x="5171" y="23311"/>
                  </a:cubicBezTo>
                  <a:cubicBezTo>
                    <a:pt x="5571" y="23611"/>
                    <a:pt x="6004" y="23878"/>
                    <a:pt x="6438" y="24078"/>
                  </a:cubicBezTo>
                  <a:cubicBezTo>
                    <a:pt x="6601" y="24164"/>
                    <a:pt x="6762" y="24203"/>
                    <a:pt x="6913" y="24203"/>
                  </a:cubicBezTo>
                  <a:cubicBezTo>
                    <a:pt x="7696" y="24203"/>
                    <a:pt x="8237" y="23186"/>
                    <a:pt x="7539" y="22543"/>
                  </a:cubicBezTo>
                  <a:lnTo>
                    <a:pt x="7472" y="22477"/>
                  </a:lnTo>
                  <a:cubicBezTo>
                    <a:pt x="7339" y="22343"/>
                    <a:pt x="7205" y="22176"/>
                    <a:pt x="7039" y="22076"/>
                  </a:cubicBezTo>
                  <a:cubicBezTo>
                    <a:pt x="6905" y="21943"/>
                    <a:pt x="6772" y="21809"/>
                    <a:pt x="6638" y="21643"/>
                  </a:cubicBezTo>
                  <a:cubicBezTo>
                    <a:pt x="6371" y="21342"/>
                    <a:pt x="6105" y="21042"/>
                    <a:pt x="5871" y="20742"/>
                  </a:cubicBezTo>
                  <a:cubicBezTo>
                    <a:pt x="5404" y="20108"/>
                    <a:pt x="4970" y="19441"/>
                    <a:pt x="4637" y="18774"/>
                  </a:cubicBezTo>
                  <a:cubicBezTo>
                    <a:pt x="4303" y="18107"/>
                    <a:pt x="4036" y="17406"/>
                    <a:pt x="3836" y="16672"/>
                  </a:cubicBezTo>
                  <a:cubicBezTo>
                    <a:pt x="3704" y="16115"/>
                    <a:pt x="3613" y="15537"/>
                    <a:pt x="3565" y="14971"/>
                  </a:cubicBezTo>
                  <a:lnTo>
                    <a:pt x="3565" y="14971"/>
                  </a:lnTo>
                  <a:cubicBezTo>
                    <a:pt x="3972" y="13986"/>
                    <a:pt x="4411" y="13028"/>
                    <a:pt x="4937" y="12069"/>
                  </a:cubicBezTo>
                  <a:cubicBezTo>
                    <a:pt x="5504" y="11068"/>
                    <a:pt x="6105" y="10034"/>
                    <a:pt x="6772" y="9034"/>
                  </a:cubicBezTo>
                  <a:cubicBezTo>
                    <a:pt x="7405" y="8033"/>
                    <a:pt x="8106" y="7066"/>
                    <a:pt x="8806" y="6098"/>
                  </a:cubicBezTo>
                  <a:cubicBezTo>
                    <a:pt x="9507" y="5131"/>
                    <a:pt x="10274" y="4130"/>
                    <a:pt x="10975" y="3263"/>
                  </a:cubicBezTo>
                  <a:lnTo>
                    <a:pt x="11008" y="3196"/>
                  </a:lnTo>
                  <a:cubicBezTo>
                    <a:pt x="12167" y="1717"/>
                    <a:pt x="10865" y="1"/>
                    <a:pt x="9434"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0"/>
            <p:cNvSpPr/>
            <p:nvPr/>
          </p:nvSpPr>
          <p:spPr>
            <a:xfrm flipH="1">
              <a:off x="8463992" y="2642302"/>
              <a:ext cx="156169" cy="89772"/>
            </a:xfrm>
            <a:custGeom>
              <a:avLst/>
              <a:gdLst/>
              <a:ahLst/>
              <a:cxnLst/>
              <a:rect l="l" t="t" r="r" b="b"/>
              <a:pathLst>
                <a:path w="5572" h="3203" extrusionOk="0">
                  <a:moveTo>
                    <a:pt x="1969" y="0"/>
                  </a:moveTo>
                  <a:lnTo>
                    <a:pt x="167" y="267"/>
                  </a:lnTo>
                  <a:cubicBezTo>
                    <a:pt x="1" y="1802"/>
                    <a:pt x="2069" y="3203"/>
                    <a:pt x="2069" y="3203"/>
                  </a:cubicBezTo>
                  <a:lnTo>
                    <a:pt x="5571" y="1535"/>
                  </a:lnTo>
                  <a:lnTo>
                    <a:pt x="1969" y="0"/>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0"/>
            <p:cNvSpPr/>
            <p:nvPr/>
          </p:nvSpPr>
          <p:spPr>
            <a:xfrm flipH="1">
              <a:off x="8419120" y="2685296"/>
              <a:ext cx="143080" cy="113147"/>
            </a:xfrm>
            <a:custGeom>
              <a:avLst/>
              <a:gdLst/>
              <a:ahLst/>
              <a:cxnLst/>
              <a:rect l="l" t="t" r="r" b="b"/>
              <a:pathLst>
                <a:path w="5105" h="4037" extrusionOk="0">
                  <a:moveTo>
                    <a:pt x="3503" y="1"/>
                  </a:moveTo>
                  <a:lnTo>
                    <a:pt x="1" y="1669"/>
                  </a:lnTo>
                  <a:lnTo>
                    <a:pt x="2069" y="4037"/>
                  </a:lnTo>
                  <a:lnTo>
                    <a:pt x="5104" y="2803"/>
                  </a:lnTo>
                  <a:lnTo>
                    <a:pt x="3503"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0"/>
            <p:cNvSpPr/>
            <p:nvPr/>
          </p:nvSpPr>
          <p:spPr>
            <a:xfrm flipH="1">
              <a:off x="8140527" y="1789649"/>
              <a:ext cx="237477" cy="356230"/>
            </a:xfrm>
            <a:custGeom>
              <a:avLst/>
              <a:gdLst/>
              <a:ahLst/>
              <a:cxnLst/>
              <a:rect l="l" t="t" r="r" b="b"/>
              <a:pathLst>
                <a:path w="8473" h="12710" extrusionOk="0">
                  <a:moveTo>
                    <a:pt x="701" y="1"/>
                  </a:moveTo>
                  <a:lnTo>
                    <a:pt x="701" y="1"/>
                  </a:lnTo>
                  <a:cubicBezTo>
                    <a:pt x="1134" y="2269"/>
                    <a:pt x="1568" y="6438"/>
                    <a:pt x="0" y="7906"/>
                  </a:cubicBezTo>
                  <a:cubicBezTo>
                    <a:pt x="1268" y="10008"/>
                    <a:pt x="3169" y="11676"/>
                    <a:pt x="5437" y="12710"/>
                  </a:cubicBezTo>
                  <a:cubicBezTo>
                    <a:pt x="8473" y="10908"/>
                    <a:pt x="7038" y="8140"/>
                    <a:pt x="7038" y="8140"/>
                  </a:cubicBezTo>
                  <a:cubicBezTo>
                    <a:pt x="4503" y="7439"/>
                    <a:pt x="4570" y="5571"/>
                    <a:pt x="5037" y="3837"/>
                  </a:cubicBezTo>
                  <a:lnTo>
                    <a:pt x="701"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0"/>
            <p:cNvSpPr/>
            <p:nvPr/>
          </p:nvSpPr>
          <p:spPr>
            <a:xfrm flipH="1">
              <a:off x="8133968" y="1978134"/>
              <a:ext cx="279574" cy="65837"/>
            </a:xfrm>
            <a:custGeom>
              <a:avLst/>
              <a:gdLst/>
              <a:ahLst/>
              <a:cxnLst/>
              <a:rect l="l" t="t" r="r" b="b"/>
              <a:pathLst>
                <a:path w="9975" h="2349" extrusionOk="0">
                  <a:moveTo>
                    <a:pt x="5680" y="1"/>
                  </a:moveTo>
                  <a:cubicBezTo>
                    <a:pt x="3345" y="1"/>
                    <a:pt x="134" y="381"/>
                    <a:pt x="134" y="381"/>
                  </a:cubicBezTo>
                  <a:cubicBezTo>
                    <a:pt x="0" y="714"/>
                    <a:pt x="0" y="1081"/>
                    <a:pt x="101" y="1448"/>
                  </a:cubicBezTo>
                  <a:lnTo>
                    <a:pt x="9974" y="2349"/>
                  </a:lnTo>
                  <a:cubicBezTo>
                    <a:pt x="9974" y="2349"/>
                    <a:pt x="9307" y="581"/>
                    <a:pt x="7539" y="147"/>
                  </a:cubicBezTo>
                  <a:cubicBezTo>
                    <a:pt x="7106" y="41"/>
                    <a:pt x="6439" y="1"/>
                    <a:pt x="5680"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0"/>
            <p:cNvSpPr/>
            <p:nvPr/>
          </p:nvSpPr>
          <p:spPr>
            <a:xfrm flipH="1">
              <a:off x="8084416" y="1684013"/>
              <a:ext cx="20600" cy="31811"/>
            </a:xfrm>
            <a:custGeom>
              <a:avLst/>
              <a:gdLst/>
              <a:ahLst/>
              <a:cxnLst/>
              <a:rect l="l" t="t" r="r" b="b"/>
              <a:pathLst>
                <a:path w="735" h="1135" extrusionOk="0">
                  <a:moveTo>
                    <a:pt x="367" y="0"/>
                  </a:moveTo>
                  <a:cubicBezTo>
                    <a:pt x="167" y="0"/>
                    <a:pt x="0" y="234"/>
                    <a:pt x="0" y="567"/>
                  </a:cubicBezTo>
                  <a:cubicBezTo>
                    <a:pt x="0" y="867"/>
                    <a:pt x="167" y="1101"/>
                    <a:pt x="367" y="1134"/>
                  </a:cubicBezTo>
                  <a:cubicBezTo>
                    <a:pt x="567" y="1134"/>
                    <a:pt x="734" y="867"/>
                    <a:pt x="734" y="567"/>
                  </a:cubicBezTo>
                  <a:cubicBezTo>
                    <a:pt x="734" y="267"/>
                    <a:pt x="567" y="0"/>
                    <a:pt x="36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0"/>
            <p:cNvSpPr/>
            <p:nvPr/>
          </p:nvSpPr>
          <p:spPr>
            <a:xfrm flipH="1">
              <a:off x="8076933" y="1679333"/>
              <a:ext cx="20600" cy="8717"/>
            </a:xfrm>
            <a:custGeom>
              <a:avLst/>
              <a:gdLst/>
              <a:ahLst/>
              <a:cxnLst/>
              <a:rect l="l" t="t" r="r" b="b"/>
              <a:pathLst>
                <a:path w="735" h="311" extrusionOk="0">
                  <a:moveTo>
                    <a:pt x="734" y="0"/>
                  </a:moveTo>
                  <a:lnTo>
                    <a:pt x="0" y="167"/>
                  </a:lnTo>
                  <a:cubicBezTo>
                    <a:pt x="96" y="272"/>
                    <a:pt x="192" y="310"/>
                    <a:pt x="281" y="310"/>
                  </a:cubicBezTo>
                  <a:cubicBezTo>
                    <a:pt x="534" y="310"/>
                    <a:pt x="734" y="0"/>
                    <a:pt x="73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0"/>
            <p:cNvSpPr/>
            <p:nvPr/>
          </p:nvSpPr>
          <p:spPr>
            <a:xfrm flipH="1">
              <a:off x="8072280" y="1719524"/>
              <a:ext cx="30858" cy="62081"/>
            </a:xfrm>
            <a:custGeom>
              <a:avLst/>
              <a:gdLst/>
              <a:ahLst/>
              <a:cxnLst/>
              <a:rect l="l" t="t" r="r" b="b"/>
              <a:pathLst>
                <a:path w="1101" h="2215" extrusionOk="0">
                  <a:moveTo>
                    <a:pt x="0" y="1"/>
                  </a:moveTo>
                  <a:lnTo>
                    <a:pt x="0" y="2169"/>
                  </a:lnTo>
                  <a:cubicBezTo>
                    <a:pt x="124" y="2200"/>
                    <a:pt x="248" y="2215"/>
                    <a:pt x="369" y="2215"/>
                  </a:cubicBezTo>
                  <a:cubicBezTo>
                    <a:pt x="639" y="2215"/>
                    <a:pt x="894" y="2140"/>
                    <a:pt x="1101" y="2002"/>
                  </a:cubicBezTo>
                  <a:cubicBezTo>
                    <a:pt x="667" y="1368"/>
                    <a:pt x="300" y="701"/>
                    <a:pt x="0" y="1"/>
                  </a:cubicBezTo>
                  <a:close/>
                </a:path>
              </a:pathLst>
            </a:custGeom>
            <a:solidFill>
              <a:srgbClr val="A027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0"/>
            <p:cNvSpPr/>
            <p:nvPr/>
          </p:nvSpPr>
          <p:spPr>
            <a:xfrm flipH="1">
              <a:off x="8087219" y="1625015"/>
              <a:ext cx="47731" cy="27243"/>
            </a:xfrm>
            <a:custGeom>
              <a:avLst/>
              <a:gdLst/>
              <a:ahLst/>
              <a:cxnLst/>
              <a:rect l="l" t="t" r="r" b="b"/>
              <a:pathLst>
                <a:path w="1703" h="972" extrusionOk="0">
                  <a:moveTo>
                    <a:pt x="1423" y="1"/>
                  </a:moveTo>
                  <a:cubicBezTo>
                    <a:pt x="869" y="1"/>
                    <a:pt x="378" y="233"/>
                    <a:pt x="34" y="671"/>
                  </a:cubicBezTo>
                  <a:cubicBezTo>
                    <a:pt x="1" y="738"/>
                    <a:pt x="1" y="871"/>
                    <a:pt x="68" y="938"/>
                  </a:cubicBezTo>
                  <a:cubicBezTo>
                    <a:pt x="101" y="971"/>
                    <a:pt x="168" y="971"/>
                    <a:pt x="201" y="971"/>
                  </a:cubicBezTo>
                  <a:cubicBezTo>
                    <a:pt x="268" y="971"/>
                    <a:pt x="301" y="938"/>
                    <a:pt x="334" y="904"/>
                  </a:cubicBezTo>
                  <a:cubicBezTo>
                    <a:pt x="582" y="564"/>
                    <a:pt x="973" y="367"/>
                    <a:pt x="1401" y="367"/>
                  </a:cubicBezTo>
                  <a:cubicBezTo>
                    <a:pt x="1435" y="367"/>
                    <a:pt x="1468" y="368"/>
                    <a:pt x="1502" y="371"/>
                  </a:cubicBezTo>
                  <a:cubicBezTo>
                    <a:pt x="1602" y="371"/>
                    <a:pt x="1669" y="304"/>
                    <a:pt x="1669" y="204"/>
                  </a:cubicBezTo>
                  <a:cubicBezTo>
                    <a:pt x="1702" y="104"/>
                    <a:pt x="1635" y="4"/>
                    <a:pt x="1535" y="4"/>
                  </a:cubicBezTo>
                  <a:cubicBezTo>
                    <a:pt x="1498" y="2"/>
                    <a:pt x="1460" y="1"/>
                    <a:pt x="142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0"/>
            <p:cNvSpPr/>
            <p:nvPr/>
          </p:nvSpPr>
          <p:spPr>
            <a:xfrm flipH="1">
              <a:off x="8076933" y="1503236"/>
              <a:ext cx="324446" cy="410575"/>
            </a:xfrm>
            <a:custGeom>
              <a:avLst/>
              <a:gdLst/>
              <a:ahLst/>
              <a:cxnLst/>
              <a:rect l="l" t="t" r="r" b="b"/>
              <a:pathLst>
                <a:path w="11576" h="14649" extrusionOk="0">
                  <a:moveTo>
                    <a:pt x="5230" y="0"/>
                  </a:moveTo>
                  <a:cubicBezTo>
                    <a:pt x="2460" y="0"/>
                    <a:pt x="0" y="2384"/>
                    <a:pt x="267" y="5449"/>
                  </a:cubicBezTo>
                  <a:cubicBezTo>
                    <a:pt x="500" y="9252"/>
                    <a:pt x="534" y="10887"/>
                    <a:pt x="2435" y="12888"/>
                  </a:cubicBezTo>
                  <a:cubicBezTo>
                    <a:pt x="3582" y="14088"/>
                    <a:pt x="5000" y="14648"/>
                    <a:pt x="6347" y="14648"/>
                  </a:cubicBezTo>
                  <a:cubicBezTo>
                    <a:pt x="8370" y="14648"/>
                    <a:pt x="10234" y="13383"/>
                    <a:pt x="10774" y="11120"/>
                  </a:cubicBezTo>
                  <a:cubicBezTo>
                    <a:pt x="11575" y="7751"/>
                    <a:pt x="11041" y="2080"/>
                    <a:pt x="7339" y="479"/>
                  </a:cubicBezTo>
                  <a:cubicBezTo>
                    <a:pt x="6642" y="151"/>
                    <a:pt x="5926" y="0"/>
                    <a:pt x="5230"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0"/>
            <p:cNvSpPr/>
            <p:nvPr/>
          </p:nvSpPr>
          <p:spPr>
            <a:xfrm flipH="1">
              <a:off x="8026455" y="1471229"/>
              <a:ext cx="549759" cy="483783"/>
            </a:xfrm>
            <a:custGeom>
              <a:avLst/>
              <a:gdLst/>
              <a:ahLst/>
              <a:cxnLst/>
              <a:rect l="l" t="t" r="r" b="b"/>
              <a:pathLst>
                <a:path w="19615" h="17261" extrusionOk="0">
                  <a:moveTo>
                    <a:pt x="15559" y="1"/>
                  </a:moveTo>
                  <a:cubicBezTo>
                    <a:pt x="15210" y="1"/>
                    <a:pt x="14816" y="108"/>
                    <a:pt x="14377" y="354"/>
                  </a:cubicBezTo>
                  <a:cubicBezTo>
                    <a:pt x="13712" y="720"/>
                    <a:pt x="12783" y="822"/>
                    <a:pt x="11792" y="822"/>
                  </a:cubicBezTo>
                  <a:cubicBezTo>
                    <a:pt x="10529" y="822"/>
                    <a:pt x="9166" y="655"/>
                    <a:pt x="8120" y="655"/>
                  </a:cubicBezTo>
                  <a:cubicBezTo>
                    <a:pt x="6698" y="655"/>
                    <a:pt x="5864" y="964"/>
                    <a:pt x="6672" y="2422"/>
                  </a:cubicBezTo>
                  <a:cubicBezTo>
                    <a:pt x="5171" y="2789"/>
                    <a:pt x="3303" y="5891"/>
                    <a:pt x="3736" y="8093"/>
                  </a:cubicBezTo>
                  <a:cubicBezTo>
                    <a:pt x="4203" y="10394"/>
                    <a:pt x="0" y="13697"/>
                    <a:pt x="3236" y="14797"/>
                  </a:cubicBezTo>
                  <a:cubicBezTo>
                    <a:pt x="6158" y="15799"/>
                    <a:pt x="6600" y="17261"/>
                    <a:pt x="8942" y="17261"/>
                  </a:cubicBezTo>
                  <a:cubicBezTo>
                    <a:pt x="9487" y="17261"/>
                    <a:pt x="10135" y="17182"/>
                    <a:pt x="10941" y="16999"/>
                  </a:cubicBezTo>
                  <a:cubicBezTo>
                    <a:pt x="13210" y="16499"/>
                    <a:pt x="19614" y="17166"/>
                    <a:pt x="16412" y="11995"/>
                  </a:cubicBezTo>
                  <a:cubicBezTo>
                    <a:pt x="13677" y="7559"/>
                    <a:pt x="15111" y="5724"/>
                    <a:pt x="15111" y="5724"/>
                  </a:cubicBezTo>
                  <a:cubicBezTo>
                    <a:pt x="15978" y="5724"/>
                    <a:pt x="16779" y="5357"/>
                    <a:pt x="17346" y="4723"/>
                  </a:cubicBezTo>
                  <a:cubicBezTo>
                    <a:pt x="18145" y="3753"/>
                    <a:pt x="17626" y="1"/>
                    <a:pt x="1555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0"/>
            <p:cNvSpPr/>
            <p:nvPr/>
          </p:nvSpPr>
          <p:spPr>
            <a:xfrm flipH="1">
              <a:off x="8122757" y="1673503"/>
              <a:ext cx="66257" cy="94649"/>
            </a:xfrm>
            <a:custGeom>
              <a:avLst/>
              <a:gdLst/>
              <a:ahLst/>
              <a:cxnLst/>
              <a:rect l="l" t="t" r="r" b="b"/>
              <a:pathLst>
                <a:path w="2364" h="3377" extrusionOk="0">
                  <a:moveTo>
                    <a:pt x="1233" y="0"/>
                  </a:moveTo>
                  <a:cubicBezTo>
                    <a:pt x="502" y="0"/>
                    <a:pt x="1" y="790"/>
                    <a:pt x="95" y="1609"/>
                  </a:cubicBezTo>
                  <a:cubicBezTo>
                    <a:pt x="195" y="2343"/>
                    <a:pt x="629" y="2977"/>
                    <a:pt x="1296" y="3311"/>
                  </a:cubicBezTo>
                  <a:cubicBezTo>
                    <a:pt x="1420" y="3356"/>
                    <a:pt x="1528" y="3377"/>
                    <a:pt x="1624" y="3377"/>
                  </a:cubicBezTo>
                  <a:cubicBezTo>
                    <a:pt x="2094" y="3377"/>
                    <a:pt x="2241" y="2859"/>
                    <a:pt x="2297" y="2110"/>
                  </a:cubicBezTo>
                  <a:cubicBezTo>
                    <a:pt x="2364" y="1309"/>
                    <a:pt x="2130" y="108"/>
                    <a:pt x="1363" y="8"/>
                  </a:cubicBezTo>
                  <a:cubicBezTo>
                    <a:pt x="1319" y="3"/>
                    <a:pt x="1275" y="0"/>
                    <a:pt x="1233"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0"/>
            <p:cNvSpPr/>
            <p:nvPr/>
          </p:nvSpPr>
          <p:spPr>
            <a:xfrm flipH="1">
              <a:off x="8046102" y="2679690"/>
              <a:ext cx="343141" cy="2218601"/>
            </a:xfrm>
            <a:custGeom>
              <a:avLst/>
              <a:gdLst/>
              <a:ahLst/>
              <a:cxnLst/>
              <a:rect l="l" t="t" r="r" b="b"/>
              <a:pathLst>
                <a:path w="12243" h="79158" extrusionOk="0">
                  <a:moveTo>
                    <a:pt x="1" y="1"/>
                  </a:moveTo>
                  <a:cubicBezTo>
                    <a:pt x="1" y="1"/>
                    <a:pt x="2669" y="27420"/>
                    <a:pt x="5271" y="40396"/>
                  </a:cubicBezTo>
                  <a:cubicBezTo>
                    <a:pt x="2603" y="55240"/>
                    <a:pt x="2169" y="78624"/>
                    <a:pt x="2169" y="78624"/>
                  </a:cubicBezTo>
                  <a:lnTo>
                    <a:pt x="4237" y="79157"/>
                  </a:lnTo>
                  <a:cubicBezTo>
                    <a:pt x="4237" y="79157"/>
                    <a:pt x="8407" y="62212"/>
                    <a:pt x="12109" y="41997"/>
                  </a:cubicBezTo>
                  <a:cubicBezTo>
                    <a:pt x="12209" y="41497"/>
                    <a:pt x="12243" y="41030"/>
                    <a:pt x="12243" y="40530"/>
                  </a:cubicBezTo>
                  <a:cubicBezTo>
                    <a:pt x="12009" y="28454"/>
                    <a:pt x="9841" y="1"/>
                    <a:pt x="9841"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0"/>
            <p:cNvSpPr/>
            <p:nvPr/>
          </p:nvSpPr>
          <p:spPr>
            <a:xfrm flipH="1">
              <a:off x="8150813" y="2679690"/>
              <a:ext cx="496451" cy="2263473"/>
            </a:xfrm>
            <a:custGeom>
              <a:avLst/>
              <a:gdLst/>
              <a:ahLst/>
              <a:cxnLst/>
              <a:rect l="l" t="t" r="r" b="b"/>
              <a:pathLst>
                <a:path w="17713" h="80759" extrusionOk="0">
                  <a:moveTo>
                    <a:pt x="5871" y="1"/>
                  </a:moveTo>
                  <a:cubicBezTo>
                    <a:pt x="5871" y="1"/>
                    <a:pt x="3169" y="27420"/>
                    <a:pt x="3403" y="40396"/>
                  </a:cubicBezTo>
                  <a:cubicBezTo>
                    <a:pt x="0" y="53606"/>
                    <a:pt x="1668" y="80758"/>
                    <a:pt x="1668" y="80758"/>
                  </a:cubicBezTo>
                  <a:lnTo>
                    <a:pt x="3770" y="80758"/>
                  </a:lnTo>
                  <a:cubicBezTo>
                    <a:pt x="3770" y="80758"/>
                    <a:pt x="7839" y="51704"/>
                    <a:pt x="9941" y="39562"/>
                  </a:cubicBezTo>
                  <a:cubicBezTo>
                    <a:pt x="11942" y="27921"/>
                    <a:pt x="17713" y="1"/>
                    <a:pt x="17713"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0"/>
            <p:cNvSpPr/>
            <p:nvPr/>
          </p:nvSpPr>
          <p:spPr>
            <a:xfrm flipH="1">
              <a:off x="7993747" y="2002350"/>
              <a:ext cx="661953" cy="1592663"/>
            </a:xfrm>
            <a:custGeom>
              <a:avLst/>
              <a:gdLst/>
              <a:ahLst/>
              <a:cxnLst/>
              <a:rect l="l" t="t" r="r" b="b"/>
              <a:pathLst>
                <a:path w="23618" h="56825" extrusionOk="0">
                  <a:moveTo>
                    <a:pt x="12647" y="0"/>
                  </a:moveTo>
                  <a:cubicBezTo>
                    <a:pt x="11476" y="0"/>
                    <a:pt x="10308" y="50"/>
                    <a:pt x="9141" y="150"/>
                  </a:cubicBezTo>
                  <a:cubicBezTo>
                    <a:pt x="8240" y="184"/>
                    <a:pt x="7340" y="250"/>
                    <a:pt x="6572" y="351"/>
                  </a:cubicBezTo>
                  <a:cubicBezTo>
                    <a:pt x="4571" y="584"/>
                    <a:pt x="3270" y="2485"/>
                    <a:pt x="3770" y="4420"/>
                  </a:cubicBezTo>
                  <a:cubicBezTo>
                    <a:pt x="6272" y="14661"/>
                    <a:pt x="6139" y="18464"/>
                    <a:pt x="6072" y="24168"/>
                  </a:cubicBezTo>
                  <a:cubicBezTo>
                    <a:pt x="1" y="33508"/>
                    <a:pt x="2236" y="42814"/>
                    <a:pt x="1435" y="56024"/>
                  </a:cubicBezTo>
                  <a:cubicBezTo>
                    <a:pt x="3884" y="56480"/>
                    <a:pt x="6482" y="56585"/>
                    <a:pt x="9132" y="56585"/>
                  </a:cubicBezTo>
                  <a:cubicBezTo>
                    <a:pt x="11368" y="56585"/>
                    <a:pt x="13641" y="56511"/>
                    <a:pt x="15893" y="56511"/>
                  </a:cubicBezTo>
                  <a:cubicBezTo>
                    <a:pt x="17991" y="56511"/>
                    <a:pt x="20070" y="56575"/>
                    <a:pt x="22083" y="56824"/>
                  </a:cubicBezTo>
                  <a:cubicBezTo>
                    <a:pt x="23618" y="41046"/>
                    <a:pt x="21683" y="27003"/>
                    <a:pt x="20916" y="24168"/>
                  </a:cubicBezTo>
                  <a:cubicBezTo>
                    <a:pt x="22484" y="12192"/>
                    <a:pt x="23318" y="6455"/>
                    <a:pt x="23184" y="3653"/>
                  </a:cubicBezTo>
                  <a:cubicBezTo>
                    <a:pt x="23084" y="2185"/>
                    <a:pt x="22017" y="984"/>
                    <a:pt x="20549" y="717"/>
                  </a:cubicBezTo>
                  <a:cubicBezTo>
                    <a:pt x="19315" y="517"/>
                    <a:pt x="17680" y="284"/>
                    <a:pt x="16179" y="150"/>
                  </a:cubicBezTo>
                  <a:cubicBezTo>
                    <a:pt x="14995" y="50"/>
                    <a:pt x="13819" y="0"/>
                    <a:pt x="1264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0"/>
            <p:cNvSpPr/>
            <p:nvPr/>
          </p:nvSpPr>
          <p:spPr>
            <a:xfrm flipH="1">
              <a:off x="8458387" y="2014962"/>
              <a:ext cx="146808" cy="284255"/>
            </a:xfrm>
            <a:custGeom>
              <a:avLst/>
              <a:gdLst/>
              <a:ahLst/>
              <a:cxnLst/>
              <a:rect l="l" t="t" r="r" b="b"/>
              <a:pathLst>
                <a:path w="5238" h="10142" extrusionOk="0">
                  <a:moveTo>
                    <a:pt x="4237" y="1"/>
                  </a:moveTo>
                  <a:lnTo>
                    <a:pt x="4237" y="1"/>
                  </a:lnTo>
                  <a:cubicBezTo>
                    <a:pt x="1568" y="868"/>
                    <a:pt x="0" y="3436"/>
                    <a:pt x="0" y="3436"/>
                  </a:cubicBezTo>
                  <a:cubicBezTo>
                    <a:pt x="0" y="3436"/>
                    <a:pt x="3403" y="8674"/>
                    <a:pt x="3803" y="10141"/>
                  </a:cubicBezTo>
                  <a:cubicBezTo>
                    <a:pt x="5237" y="6305"/>
                    <a:pt x="4237" y="1"/>
                    <a:pt x="423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0"/>
            <p:cNvSpPr/>
            <p:nvPr/>
          </p:nvSpPr>
          <p:spPr>
            <a:xfrm flipH="1">
              <a:off x="8026455" y="3475307"/>
              <a:ext cx="587148" cy="45012"/>
            </a:xfrm>
            <a:custGeom>
              <a:avLst/>
              <a:gdLst/>
              <a:ahLst/>
              <a:cxnLst/>
              <a:rect l="l" t="t" r="r" b="b"/>
              <a:pathLst>
                <a:path w="20949" h="1606" extrusionOk="0">
                  <a:moveTo>
                    <a:pt x="0" y="1"/>
                  </a:moveTo>
                  <a:lnTo>
                    <a:pt x="0" y="334"/>
                  </a:lnTo>
                  <a:cubicBezTo>
                    <a:pt x="334" y="368"/>
                    <a:pt x="667" y="501"/>
                    <a:pt x="901" y="801"/>
                  </a:cubicBezTo>
                  <a:cubicBezTo>
                    <a:pt x="1168" y="1135"/>
                    <a:pt x="1568" y="1335"/>
                    <a:pt x="2001" y="1335"/>
                  </a:cubicBezTo>
                  <a:cubicBezTo>
                    <a:pt x="2468" y="1335"/>
                    <a:pt x="2869" y="1168"/>
                    <a:pt x="3202" y="835"/>
                  </a:cubicBezTo>
                  <a:cubicBezTo>
                    <a:pt x="3469" y="568"/>
                    <a:pt x="3803" y="434"/>
                    <a:pt x="4170" y="401"/>
                  </a:cubicBezTo>
                  <a:cubicBezTo>
                    <a:pt x="4537" y="434"/>
                    <a:pt x="4870" y="601"/>
                    <a:pt x="5070" y="868"/>
                  </a:cubicBezTo>
                  <a:cubicBezTo>
                    <a:pt x="5337" y="1201"/>
                    <a:pt x="5771" y="1402"/>
                    <a:pt x="6204" y="1402"/>
                  </a:cubicBezTo>
                  <a:lnTo>
                    <a:pt x="6238" y="1402"/>
                  </a:lnTo>
                  <a:cubicBezTo>
                    <a:pt x="6671" y="1402"/>
                    <a:pt x="7072" y="1201"/>
                    <a:pt x="7405" y="901"/>
                  </a:cubicBezTo>
                  <a:cubicBezTo>
                    <a:pt x="7639" y="634"/>
                    <a:pt x="8006" y="501"/>
                    <a:pt x="8373" y="501"/>
                  </a:cubicBezTo>
                  <a:cubicBezTo>
                    <a:pt x="8706" y="501"/>
                    <a:pt x="9040" y="668"/>
                    <a:pt x="9240" y="935"/>
                  </a:cubicBezTo>
                  <a:cubicBezTo>
                    <a:pt x="9540" y="1268"/>
                    <a:pt x="9940" y="1468"/>
                    <a:pt x="10374" y="1468"/>
                  </a:cubicBezTo>
                  <a:cubicBezTo>
                    <a:pt x="10841" y="1468"/>
                    <a:pt x="11275" y="1302"/>
                    <a:pt x="11575" y="968"/>
                  </a:cubicBezTo>
                  <a:cubicBezTo>
                    <a:pt x="11842" y="701"/>
                    <a:pt x="12175" y="568"/>
                    <a:pt x="12542" y="568"/>
                  </a:cubicBezTo>
                  <a:cubicBezTo>
                    <a:pt x="12909" y="568"/>
                    <a:pt x="13209" y="734"/>
                    <a:pt x="13443" y="1001"/>
                  </a:cubicBezTo>
                  <a:cubicBezTo>
                    <a:pt x="13710" y="1335"/>
                    <a:pt x="14110" y="1535"/>
                    <a:pt x="14577" y="1535"/>
                  </a:cubicBezTo>
                  <a:cubicBezTo>
                    <a:pt x="15011" y="1535"/>
                    <a:pt x="15444" y="1368"/>
                    <a:pt x="15745" y="1035"/>
                  </a:cubicBezTo>
                  <a:cubicBezTo>
                    <a:pt x="16011" y="801"/>
                    <a:pt x="16378" y="634"/>
                    <a:pt x="16745" y="634"/>
                  </a:cubicBezTo>
                  <a:cubicBezTo>
                    <a:pt x="17079" y="634"/>
                    <a:pt x="17412" y="801"/>
                    <a:pt x="17613" y="1068"/>
                  </a:cubicBezTo>
                  <a:cubicBezTo>
                    <a:pt x="17913" y="1402"/>
                    <a:pt x="18313" y="1602"/>
                    <a:pt x="18747" y="1602"/>
                  </a:cubicBezTo>
                  <a:lnTo>
                    <a:pt x="18780" y="1602"/>
                  </a:lnTo>
                  <a:cubicBezTo>
                    <a:pt x="18816" y="1605"/>
                    <a:pt x="18853" y="1606"/>
                    <a:pt x="18889" y="1606"/>
                  </a:cubicBezTo>
                  <a:cubicBezTo>
                    <a:pt x="19286" y="1606"/>
                    <a:pt x="19675" y="1440"/>
                    <a:pt x="19981" y="1135"/>
                  </a:cubicBezTo>
                  <a:cubicBezTo>
                    <a:pt x="20248" y="868"/>
                    <a:pt x="20581" y="734"/>
                    <a:pt x="20948" y="734"/>
                  </a:cubicBezTo>
                  <a:lnTo>
                    <a:pt x="20948" y="401"/>
                  </a:lnTo>
                  <a:cubicBezTo>
                    <a:pt x="20515" y="401"/>
                    <a:pt x="20081" y="568"/>
                    <a:pt x="19747" y="901"/>
                  </a:cubicBezTo>
                  <a:cubicBezTo>
                    <a:pt x="19514" y="1168"/>
                    <a:pt x="19147" y="1302"/>
                    <a:pt x="18780" y="1302"/>
                  </a:cubicBezTo>
                  <a:cubicBezTo>
                    <a:pt x="18413" y="1302"/>
                    <a:pt x="18113" y="1135"/>
                    <a:pt x="17879" y="868"/>
                  </a:cubicBezTo>
                  <a:cubicBezTo>
                    <a:pt x="17613" y="534"/>
                    <a:pt x="17212" y="334"/>
                    <a:pt x="16779" y="334"/>
                  </a:cubicBezTo>
                  <a:cubicBezTo>
                    <a:pt x="16745" y="332"/>
                    <a:pt x="16711" y="331"/>
                    <a:pt x="16677" y="331"/>
                  </a:cubicBezTo>
                  <a:cubicBezTo>
                    <a:pt x="16249" y="331"/>
                    <a:pt x="15856" y="523"/>
                    <a:pt x="15578" y="801"/>
                  </a:cubicBezTo>
                  <a:cubicBezTo>
                    <a:pt x="15311" y="1068"/>
                    <a:pt x="14944" y="1235"/>
                    <a:pt x="14577" y="1235"/>
                  </a:cubicBezTo>
                  <a:cubicBezTo>
                    <a:pt x="14244" y="1235"/>
                    <a:pt x="13910" y="1068"/>
                    <a:pt x="13710" y="801"/>
                  </a:cubicBezTo>
                  <a:cubicBezTo>
                    <a:pt x="13410" y="468"/>
                    <a:pt x="13009" y="267"/>
                    <a:pt x="12576" y="267"/>
                  </a:cubicBezTo>
                  <a:lnTo>
                    <a:pt x="12509" y="267"/>
                  </a:lnTo>
                  <a:cubicBezTo>
                    <a:pt x="12075" y="267"/>
                    <a:pt x="11675" y="434"/>
                    <a:pt x="11341" y="734"/>
                  </a:cubicBezTo>
                  <a:cubicBezTo>
                    <a:pt x="11108" y="1001"/>
                    <a:pt x="10741" y="1168"/>
                    <a:pt x="10374" y="1168"/>
                  </a:cubicBezTo>
                  <a:cubicBezTo>
                    <a:pt x="10041" y="1168"/>
                    <a:pt x="9707" y="1001"/>
                    <a:pt x="9473" y="734"/>
                  </a:cubicBezTo>
                  <a:cubicBezTo>
                    <a:pt x="9207" y="368"/>
                    <a:pt x="8806" y="167"/>
                    <a:pt x="8373" y="167"/>
                  </a:cubicBezTo>
                  <a:cubicBezTo>
                    <a:pt x="7906" y="167"/>
                    <a:pt x="7472" y="334"/>
                    <a:pt x="7172" y="668"/>
                  </a:cubicBezTo>
                  <a:cubicBezTo>
                    <a:pt x="6905" y="935"/>
                    <a:pt x="6571" y="1101"/>
                    <a:pt x="6204" y="1101"/>
                  </a:cubicBezTo>
                  <a:cubicBezTo>
                    <a:pt x="5838" y="1068"/>
                    <a:pt x="5504" y="935"/>
                    <a:pt x="5304" y="634"/>
                  </a:cubicBezTo>
                  <a:cubicBezTo>
                    <a:pt x="5037" y="301"/>
                    <a:pt x="4603" y="101"/>
                    <a:pt x="4170" y="101"/>
                  </a:cubicBezTo>
                  <a:cubicBezTo>
                    <a:pt x="3703" y="101"/>
                    <a:pt x="3302" y="301"/>
                    <a:pt x="3002" y="601"/>
                  </a:cubicBezTo>
                  <a:cubicBezTo>
                    <a:pt x="2735" y="868"/>
                    <a:pt x="2368" y="1001"/>
                    <a:pt x="2001" y="1035"/>
                  </a:cubicBezTo>
                  <a:cubicBezTo>
                    <a:pt x="1668" y="1001"/>
                    <a:pt x="1334" y="835"/>
                    <a:pt x="1134" y="534"/>
                  </a:cubicBezTo>
                  <a:cubicBezTo>
                    <a:pt x="834" y="201"/>
                    <a:pt x="434" y="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0"/>
            <p:cNvSpPr/>
            <p:nvPr/>
          </p:nvSpPr>
          <p:spPr>
            <a:xfrm flipH="1">
              <a:off x="8308804" y="3006911"/>
              <a:ext cx="146808" cy="390815"/>
            </a:xfrm>
            <a:custGeom>
              <a:avLst/>
              <a:gdLst/>
              <a:ahLst/>
              <a:cxnLst/>
              <a:rect l="l" t="t" r="r" b="b"/>
              <a:pathLst>
                <a:path w="5238" h="13944" extrusionOk="0">
                  <a:moveTo>
                    <a:pt x="0" y="1"/>
                  </a:moveTo>
                  <a:lnTo>
                    <a:pt x="5237" y="13944"/>
                  </a:lnTo>
                  <a:lnTo>
                    <a:pt x="3870" y="2236"/>
                  </a:lnTo>
                  <a:lnTo>
                    <a:pt x="0" y="1"/>
                  </a:lnTo>
                  <a:close/>
                </a:path>
              </a:pathLst>
            </a:custGeom>
            <a:solidFill>
              <a:srgbClr val="1C24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0"/>
            <p:cNvSpPr/>
            <p:nvPr/>
          </p:nvSpPr>
          <p:spPr>
            <a:xfrm flipH="1">
              <a:off x="8045149" y="2593674"/>
              <a:ext cx="476832" cy="159897"/>
            </a:xfrm>
            <a:custGeom>
              <a:avLst/>
              <a:gdLst/>
              <a:ahLst/>
              <a:cxnLst/>
              <a:rect l="l" t="t" r="r" b="b"/>
              <a:pathLst>
                <a:path w="17013" h="5705" extrusionOk="0">
                  <a:moveTo>
                    <a:pt x="1168" y="1"/>
                  </a:moveTo>
                  <a:cubicBezTo>
                    <a:pt x="934" y="1"/>
                    <a:pt x="767" y="301"/>
                    <a:pt x="734" y="735"/>
                  </a:cubicBezTo>
                  <a:lnTo>
                    <a:pt x="33" y="3303"/>
                  </a:lnTo>
                  <a:cubicBezTo>
                    <a:pt x="0" y="3803"/>
                    <a:pt x="234" y="4304"/>
                    <a:pt x="500" y="4337"/>
                  </a:cubicBezTo>
                  <a:lnTo>
                    <a:pt x="16512" y="5705"/>
                  </a:lnTo>
                  <a:cubicBezTo>
                    <a:pt x="16745" y="5705"/>
                    <a:pt x="16912" y="5405"/>
                    <a:pt x="16945" y="4971"/>
                  </a:cubicBezTo>
                  <a:lnTo>
                    <a:pt x="17012" y="2302"/>
                  </a:lnTo>
                  <a:cubicBezTo>
                    <a:pt x="17012" y="1769"/>
                    <a:pt x="16779" y="1268"/>
                    <a:pt x="16512" y="1235"/>
                  </a:cubicBezTo>
                  <a:lnTo>
                    <a:pt x="1168"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0"/>
            <p:cNvSpPr/>
            <p:nvPr/>
          </p:nvSpPr>
          <p:spPr>
            <a:xfrm flipH="1">
              <a:off x="7714845" y="2044279"/>
              <a:ext cx="397542" cy="798447"/>
            </a:xfrm>
            <a:custGeom>
              <a:avLst/>
              <a:gdLst/>
              <a:ahLst/>
              <a:cxnLst/>
              <a:rect l="l" t="t" r="r" b="b"/>
              <a:pathLst>
                <a:path w="14184" h="28488" extrusionOk="0">
                  <a:moveTo>
                    <a:pt x="2117" y="0"/>
                  </a:moveTo>
                  <a:cubicBezTo>
                    <a:pt x="1062" y="0"/>
                    <a:pt x="1" y="765"/>
                    <a:pt x="163" y="2157"/>
                  </a:cubicBezTo>
                  <a:cubicBezTo>
                    <a:pt x="263" y="3391"/>
                    <a:pt x="397" y="4592"/>
                    <a:pt x="564" y="5760"/>
                  </a:cubicBezTo>
                  <a:cubicBezTo>
                    <a:pt x="730" y="6960"/>
                    <a:pt x="930" y="8161"/>
                    <a:pt x="1131" y="9362"/>
                  </a:cubicBezTo>
                  <a:cubicBezTo>
                    <a:pt x="1498" y="11730"/>
                    <a:pt x="1965" y="14132"/>
                    <a:pt x="2532" y="16534"/>
                  </a:cubicBezTo>
                  <a:lnTo>
                    <a:pt x="2532" y="16634"/>
                  </a:lnTo>
                  <a:lnTo>
                    <a:pt x="2532" y="16667"/>
                  </a:lnTo>
                  <a:cubicBezTo>
                    <a:pt x="2765" y="17334"/>
                    <a:pt x="3099" y="18002"/>
                    <a:pt x="3499" y="18635"/>
                  </a:cubicBezTo>
                  <a:cubicBezTo>
                    <a:pt x="3833" y="19202"/>
                    <a:pt x="4199" y="19736"/>
                    <a:pt x="4600" y="20270"/>
                  </a:cubicBezTo>
                  <a:cubicBezTo>
                    <a:pt x="5334" y="21271"/>
                    <a:pt x="6134" y="22238"/>
                    <a:pt x="6968" y="23139"/>
                  </a:cubicBezTo>
                  <a:cubicBezTo>
                    <a:pt x="7802" y="24039"/>
                    <a:pt x="8636" y="24940"/>
                    <a:pt x="9537" y="25774"/>
                  </a:cubicBezTo>
                  <a:cubicBezTo>
                    <a:pt x="10404" y="26608"/>
                    <a:pt x="11305" y="27442"/>
                    <a:pt x="12239" y="28242"/>
                  </a:cubicBezTo>
                  <a:cubicBezTo>
                    <a:pt x="12440" y="28414"/>
                    <a:pt x="12657" y="28487"/>
                    <a:pt x="12864" y="28487"/>
                  </a:cubicBezTo>
                  <a:cubicBezTo>
                    <a:pt x="13581" y="28487"/>
                    <a:pt x="14183" y="27607"/>
                    <a:pt x="13640" y="26908"/>
                  </a:cubicBezTo>
                  <a:cubicBezTo>
                    <a:pt x="12906" y="25974"/>
                    <a:pt x="12138" y="25040"/>
                    <a:pt x="11405" y="24106"/>
                  </a:cubicBezTo>
                  <a:cubicBezTo>
                    <a:pt x="10671" y="23172"/>
                    <a:pt x="9937" y="22238"/>
                    <a:pt x="9236" y="21271"/>
                  </a:cubicBezTo>
                  <a:cubicBezTo>
                    <a:pt x="8569" y="20337"/>
                    <a:pt x="7902" y="19369"/>
                    <a:pt x="7268" y="18402"/>
                  </a:cubicBezTo>
                  <a:cubicBezTo>
                    <a:pt x="6968" y="17935"/>
                    <a:pt x="6701" y="17468"/>
                    <a:pt x="6434" y="16968"/>
                  </a:cubicBezTo>
                  <a:cubicBezTo>
                    <a:pt x="6246" y="16592"/>
                    <a:pt x="6088" y="16187"/>
                    <a:pt x="5959" y="15752"/>
                  </a:cubicBezTo>
                  <a:lnTo>
                    <a:pt x="5959" y="15752"/>
                  </a:lnTo>
                  <a:cubicBezTo>
                    <a:pt x="5762" y="14633"/>
                    <a:pt x="5565" y="13482"/>
                    <a:pt x="5400" y="12331"/>
                  </a:cubicBezTo>
                  <a:lnTo>
                    <a:pt x="4900" y="8795"/>
                  </a:lnTo>
                  <a:lnTo>
                    <a:pt x="3999" y="1723"/>
                  </a:lnTo>
                  <a:lnTo>
                    <a:pt x="4033" y="1723"/>
                  </a:lnTo>
                  <a:cubicBezTo>
                    <a:pt x="3895" y="547"/>
                    <a:pt x="3009" y="0"/>
                    <a:pt x="2117"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0"/>
            <p:cNvSpPr/>
            <p:nvPr/>
          </p:nvSpPr>
          <p:spPr>
            <a:xfrm flipH="1">
              <a:off x="7976902" y="2022445"/>
              <a:ext cx="187952" cy="276772"/>
            </a:xfrm>
            <a:custGeom>
              <a:avLst/>
              <a:gdLst/>
              <a:ahLst/>
              <a:cxnLst/>
              <a:rect l="l" t="t" r="r" b="b"/>
              <a:pathLst>
                <a:path w="6706" h="9875" extrusionOk="0">
                  <a:moveTo>
                    <a:pt x="2969" y="0"/>
                  </a:moveTo>
                  <a:cubicBezTo>
                    <a:pt x="2969" y="0"/>
                    <a:pt x="0" y="2836"/>
                    <a:pt x="2169" y="9874"/>
                  </a:cubicBezTo>
                  <a:cubicBezTo>
                    <a:pt x="3003" y="7339"/>
                    <a:pt x="6705" y="2869"/>
                    <a:pt x="6705" y="2869"/>
                  </a:cubicBezTo>
                  <a:cubicBezTo>
                    <a:pt x="6705" y="2869"/>
                    <a:pt x="6105" y="367"/>
                    <a:pt x="296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0"/>
            <p:cNvSpPr/>
            <p:nvPr/>
          </p:nvSpPr>
          <p:spPr>
            <a:xfrm flipH="1">
              <a:off x="6851262" y="2393614"/>
              <a:ext cx="953664" cy="529187"/>
            </a:xfrm>
            <a:custGeom>
              <a:avLst/>
              <a:gdLst/>
              <a:ahLst/>
              <a:cxnLst/>
              <a:rect l="l" t="t" r="r" b="b"/>
              <a:pathLst>
                <a:path w="34026" h="18881" extrusionOk="0">
                  <a:moveTo>
                    <a:pt x="33792" y="0"/>
                  </a:moveTo>
                  <a:lnTo>
                    <a:pt x="1" y="18047"/>
                  </a:lnTo>
                  <a:lnTo>
                    <a:pt x="435" y="18880"/>
                  </a:lnTo>
                  <a:lnTo>
                    <a:pt x="34025" y="401"/>
                  </a:lnTo>
                  <a:lnTo>
                    <a:pt x="3379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0"/>
            <p:cNvSpPr/>
            <p:nvPr/>
          </p:nvSpPr>
          <p:spPr>
            <a:xfrm flipH="1">
              <a:off x="7650634" y="2777871"/>
              <a:ext cx="150536" cy="88847"/>
            </a:xfrm>
            <a:custGeom>
              <a:avLst/>
              <a:gdLst/>
              <a:ahLst/>
              <a:cxnLst/>
              <a:rect l="l" t="t" r="r" b="b"/>
              <a:pathLst>
                <a:path w="5371" h="3170" extrusionOk="0">
                  <a:moveTo>
                    <a:pt x="1602" y="0"/>
                  </a:moveTo>
                  <a:lnTo>
                    <a:pt x="0" y="734"/>
                  </a:lnTo>
                  <a:cubicBezTo>
                    <a:pt x="167" y="2302"/>
                    <a:pt x="2435" y="3169"/>
                    <a:pt x="2435" y="3169"/>
                  </a:cubicBezTo>
                  <a:lnTo>
                    <a:pt x="5371" y="601"/>
                  </a:lnTo>
                  <a:lnTo>
                    <a:pt x="1602" y="0"/>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0"/>
            <p:cNvSpPr/>
            <p:nvPr/>
          </p:nvSpPr>
          <p:spPr>
            <a:xfrm flipH="1">
              <a:off x="7717452" y="2765230"/>
              <a:ext cx="53813" cy="40836"/>
            </a:xfrm>
            <a:custGeom>
              <a:avLst/>
              <a:gdLst/>
              <a:ahLst/>
              <a:cxnLst/>
              <a:rect l="l" t="t" r="r" b="b"/>
              <a:pathLst>
                <a:path w="1920" h="1457" extrusionOk="0">
                  <a:moveTo>
                    <a:pt x="975" y="0"/>
                  </a:moveTo>
                  <a:cubicBezTo>
                    <a:pt x="810" y="0"/>
                    <a:pt x="643" y="51"/>
                    <a:pt x="501" y="151"/>
                  </a:cubicBezTo>
                  <a:cubicBezTo>
                    <a:pt x="1" y="585"/>
                    <a:pt x="234" y="1385"/>
                    <a:pt x="868" y="1452"/>
                  </a:cubicBezTo>
                  <a:cubicBezTo>
                    <a:pt x="896" y="1455"/>
                    <a:pt x="924" y="1456"/>
                    <a:pt x="952" y="1456"/>
                  </a:cubicBezTo>
                  <a:cubicBezTo>
                    <a:pt x="1539" y="1456"/>
                    <a:pt x="1919" y="794"/>
                    <a:pt x="1569" y="284"/>
                  </a:cubicBezTo>
                  <a:cubicBezTo>
                    <a:pt x="1415" y="93"/>
                    <a:pt x="1196" y="0"/>
                    <a:pt x="97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0"/>
            <p:cNvSpPr/>
            <p:nvPr/>
          </p:nvSpPr>
          <p:spPr>
            <a:xfrm flipH="1">
              <a:off x="7736623" y="2773134"/>
              <a:ext cx="71106" cy="44031"/>
            </a:xfrm>
            <a:custGeom>
              <a:avLst/>
              <a:gdLst/>
              <a:ahLst/>
              <a:cxnLst/>
              <a:rect l="l" t="t" r="r" b="b"/>
              <a:pathLst>
                <a:path w="2537" h="1571" extrusionOk="0">
                  <a:moveTo>
                    <a:pt x="2321" y="1"/>
                  </a:moveTo>
                  <a:cubicBezTo>
                    <a:pt x="2250" y="1"/>
                    <a:pt x="2179" y="38"/>
                    <a:pt x="2136" y="102"/>
                  </a:cubicBezTo>
                  <a:cubicBezTo>
                    <a:pt x="1556" y="1034"/>
                    <a:pt x="825" y="1148"/>
                    <a:pt x="473" y="1148"/>
                  </a:cubicBezTo>
                  <a:cubicBezTo>
                    <a:pt x="358" y="1148"/>
                    <a:pt x="284" y="1136"/>
                    <a:pt x="268" y="1136"/>
                  </a:cubicBezTo>
                  <a:cubicBezTo>
                    <a:pt x="250" y="1131"/>
                    <a:pt x="231" y="1128"/>
                    <a:pt x="212" y="1128"/>
                  </a:cubicBezTo>
                  <a:cubicBezTo>
                    <a:pt x="125" y="1128"/>
                    <a:pt x="34" y="1188"/>
                    <a:pt x="34" y="1270"/>
                  </a:cubicBezTo>
                  <a:cubicBezTo>
                    <a:pt x="1" y="1370"/>
                    <a:pt x="68" y="1503"/>
                    <a:pt x="168" y="1537"/>
                  </a:cubicBezTo>
                  <a:cubicBezTo>
                    <a:pt x="268" y="1537"/>
                    <a:pt x="401" y="1570"/>
                    <a:pt x="501" y="1570"/>
                  </a:cubicBezTo>
                  <a:cubicBezTo>
                    <a:pt x="1335" y="1537"/>
                    <a:pt x="2102" y="1070"/>
                    <a:pt x="2503" y="303"/>
                  </a:cubicBezTo>
                  <a:cubicBezTo>
                    <a:pt x="2536" y="202"/>
                    <a:pt x="2503" y="69"/>
                    <a:pt x="2436" y="36"/>
                  </a:cubicBezTo>
                  <a:cubicBezTo>
                    <a:pt x="2401" y="12"/>
                    <a:pt x="2361" y="1"/>
                    <a:pt x="232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0"/>
            <p:cNvSpPr/>
            <p:nvPr/>
          </p:nvSpPr>
          <p:spPr>
            <a:xfrm flipH="1">
              <a:off x="7604388" y="2794687"/>
              <a:ext cx="130916" cy="115277"/>
            </a:xfrm>
            <a:custGeom>
              <a:avLst/>
              <a:gdLst/>
              <a:ahLst/>
              <a:cxnLst/>
              <a:rect l="l" t="t" r="r" b="b"/>
              <a:pathLst>
                <a:path w="4671" h="4113" extrusionOk="0">
                  <a:moveTo>
                    <a:pt x="2936" y="1"/>
                  </a:moveTo>
                  <a:lnTo>
                    <a:pt x="0" y="2569"/>
                  </a:lnTo>
                  <a:lnTo>
                    <a:pt x="1768" y="3903"/>
                  </a:lnTo>
                  <a:cubicBezTo>
                    <a:pt x="1973" y="4045"/>
                    <a:pt x="2200" y="4113"/>
                    <a:pt x="2425" y="4113"/>
                  </a:cubicBezTo>
                  <a:cubicBezTo>
                    <a:pt x="2676" y="4113"/>
                    <a:pt x="2925" y="4028"/>
                    <a:pt x="3136" y="3870"/>
                  </a:cubicBezTo>
                  <a:lnTo>
                    <a:pt x="4103" y="3103"/>
                  </a:lnTo>
                  <a:cubicBezTo>
                    <a:pt x="4604" y="2702"/>
                    <a:pt x="4670" y="1969"/>
                    <a:pt x="4237" y="1502"/>
                  </a:cubicBezTo>
                  <a:lnTo>
                    <a:pt x="2936"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0"/>
            <p:cNvSpPr/>
            <p:nvPr/>
          </p:nvSpPr>
          <p:spPr>
            <a:xfrm flipH="1">
              <a:off x="8123234" y="4872674"/>
              <a:ext cx="248240" cy="145351"/>
            </a:xfrm>
            <a:custGeom>
              <a:avLst/>
              <a:gdLst/>
              <a:ahLst/>
              <a:cxnLst/>
              <a:rect l="l" t="t" r="r" b="b"/>
              <a:pathLst>
                <a:path w="8857" h="5186" extrusionOk="0">
                  <a:moveTo>
                    <a:pt x="1408" y="1"/>
                  </a:moveTo>
                  <a:cubicBezTo>
                    <a:pt x="1309" y="1"/>
                    <a:pt x="1219" y="44"/>
                    <a:pt x="1168" y="146"/>
                  </a:cubicBezTo>
                  <a:lnTo>
                    <a:pt x="134" y="2348"/>
                  </a:lnTo>
                  <a:cubicBezTo>
                    <a:pt x="1" y="2648"/>
                    <a:pt x="134" y="2981"/>
                    <a:pt x="468" y="3082"/>
                  </a:cubicBezTo>
                  <a:cubicBezTo>
                    <a:pt x="1768" y="3415"/>
                    <a:pt x="2135" y="3382"/>
                    <a:pt x="3770" y="3882"/>
                  </a:cubicBezTo>
                  <a:cubicBezTo>
                    <a:pt x="5171" y="4282"/>
                    <a:pt x="5171" y="5016"/>
                    <a:pt x="7473" y="5183"/>
                  </a:cubicBezTo>
                  <a:cubicBezTo>
                    <a:pt x="7512" y="5185"/>
                    <a:pt x="7551" y="5186"/>
                    <a:pt x="7588" y="5186"/>
                  </a:cubicBezTo>
                  <a:cubicBezTo>
                    <a:pt x="8856" y="5186"/>
                    <a:pt x="8556" y="4112"/>
                    <a:pt x="7973" y="3982"/>
                  </a:cubicBezTo>
                  <a:cubicBezTo>
                    <a:pt x="5905" y="3549"/>
                    <a:pt x="5705" y="2848"/>
                    <a:pt x="4504" y="1314"/>
                  </a:cubicBezTo>
                  <a:cubicBezTo>
                    <a:pt x="4370" y="1080"/>
                    <a:pt x="4237" y="746"/>
                    <a:pt x="3937" y="680"/>
                  </a:cubicBezTo>
                  <a:lnTo>
                    <a:pt x="1502" y="13"/>
                  </a:lnTo>
                  <a:cubicBezTo>
                    <a:pt x="1470" y="5"/>
                    <a:pt x="1439" y="1"/>
                    <a:pt x="140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0"/>
            <p:cNvSpPr/>
            <p:nvPr/>
          </p:nvSpPr>
          <p:spPr>
            <a:xfrm flipH="1">
              <a:off x="8425679" y="4925226"/>
              <a:ext cx="194483" cy="91790"/>
            </a:xfrm>
            <a:custGeom>
              <a:avLst/>
              <a:gdLst/>
              <a:ahLst/>
              <a:cxnLst/>
              <a:rect l="l" t="t" r="r" b="b"/>
              <a:pathLst>
                <a:path w="6939" h="3275" extrusionOk="0">
                  <a:moveTo>
                    <a:pt x="560" y="0"/>
                  </a:moveTo>
                  <a:cubicBezTo>
                    <a:pt x="447" y="0"/>
                    <a:pt x="364" y="120"/>
                    <a:pt x="334" y="239"/>
                  </a:cubicBezTo>
                  <a:lnTo>
                    <a:pt x="34" y="2674"/>
                  </a:lnTo>
                  <a:cubicBezTo>
                    <a:pt x="1" y="2974"/>
                    <a:pt x="234" y="3275"/>
                    <a:pt x="568" y="3275"/>
                  </a:cubicBezTo>
                  <a:cubicBezTo>
                    <a:pt x="1012" y="3264"/>
                    <a:pt x="1261" y="3260"/>
                    <a:pt x="1457" y="3260"/>
                  </a:cubicBezTo>
                  <a:cubicBezTo>
                    <a:pt x="1850" y="3260"/>
                    <a:pt x="2035" y="3275"/>
                    <a:pt x="3169" y="3275"/>
                  </a:cubicBezTo>
                  <a:lnTo>
                    <a:pt x="5571" y="3275"/>
                  </a:lnTo>
                  <a:cubicBezTo>
                    <a:pt x="6939" y="3275"/>
                    <a:pt x="6505" y="2174"/>
                    <a:pt x="5905" y="2040"/>
                  </a:cubicBezTo>
                  <a:cubicBezTo>
                    <a:pt x="4737" y="1774"/>
                    <a:pt x="4437" y="1373"/>
                    <a:pt x="3837" y="473"/>
                  </a:cubicBezTo>
                  <a:cubicBezTo>
                    <a:pt x="3703" y="206"/>
                    <a:pt x="3403" y="39"/>
                    <a:pt x="3103" y="6"/>
                  </a:cubicBezTo>
                  <a:lnTo>
                    <a:pt x="601" y="6"/>
                  </a:lnTo>
                  <a:cubicBezTo>
                    <a:pt x="587" y="2"/>
                    <a:pt x="573" y="0"/>
                    <a:pt x="56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9" name="Google Shape;489;p30"/>
          <p:cNvSpPr/>
          <p:nvPr/>
        </p:nvSpPr>
        <p:spPr>
          <a:xfrm rot="-10189978" flipH="1">
            <a:off x="4276173" y="1248422"/>
            <a:ext cx="328487" cy="328248"/>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0"/>
          <p:cNvSpPr/>
          <p:nvPr/>
        </p:nvSpPr>
        <p:spPr>
          <a:xfrm rot="-10189508" flipH="1">
            <a:off x="4640637" y="839847"/>
            <a:ext cx="513511" cy="513137"/>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2D98C0B-C5CF-6D77-736F-B9CE882E15CB}"/>
              </a:ext>
            </a:extLst>
          </p:cNvPr>
          <p:cNvSpPr>
            <a:spLocks noGrp="1"/>
          </p:cNvSpPr>
          <p:nvPr>
            <p:ph type="title"/>
          </p:nvPr>
        </p:nvSpPr>
        <p:spPr/>
        <p:txBody>
          <a:bodyPr/>
          <a:lstStyle/>
          <a:p>
            <a:r>
              <a:rPr lang="en-US" dirty="0"/>
              <a:t>Model Binding</a:t>
            </a:r>
          </a:p>
        </p:txBody>
      </p:sp>
      <p:sp>
        <p:nvSpPr>
          <p:cNvPr id="2" name="Text Placeholder 1">
            <a:extLst>
              <a:ext uri="{FF2B5EF4-FFF2-40B4-BE49-F238E27FC236}">
                <a16:creationId xmlns:a16="http://schemas.microsoft.com/office/drawing/2014/main" id="{BD6AD6F0-F803-C934-C704-97A1B3CC780D}"/>
              </a:ext>
            </a:extLst>
          </p:cNvPr>
          <p:cNvSpPr>
            <a:spLocks noGrp="1"/>
          </p:cNvSpPr>
          <p:nvPr>
            <p:ph idx="1"/>
          </p:nvPr>
        </p:nvSpPr>
        <p:spPr>
          <a:xfrm>
            <a:off x="435895" y="1635374"/>
            <a:ext cx="8272211" cy="343408"/>
          </a:xfrm>
        </p:spPr>
        <p:txBody>
          <a:bodyPr/>
          <a:lstStyle/>
          <a:p>
            <a:r>
              <a:rPr lang="en-US" dirty="0"/>
              <a:t>The automatic process by ASP.NET core that maps user requests to controller endpoint parameters</a:t>
            </a:r>
          </a:p>
        </p:txBody>
      </p:sp>
      <p:pic>
        <p:nvPicPr>
          <p:cNvPr id="5" name="Picture 4">
            <a:extLst>
              <a:ext uri="{FF2B5EF4-FFF2-40B4-BE49-F238E27FC236}">
                <a16:creationId xmlns:a16="http://schemas.microsoft.com/office/drawing/2014/main" id="{BABE08A6-90A1-F0EB-41C9-BE5E0442E0E9}"/>
              </a:ext>
            </a:extLst>
          </p:cNvPr>
          <p:cNvPicPr>
            <a:picLocks noChangeAspect="1"/>
          </p:cNvPicPr>
          <p:nvPr/>
        </p:nvPicPr>
        <p:blipFill>
          <a:blip r:embed="rId2"/>
          <a:stretch>
            <a:fillRect/>
          </a:stretch>
        </p:blipFill>
        <p:spPr>
          <a:xfrm>
            <a:off x="3544411" y="2121092"/>
            <a:ext cx="1968092" cy="2626253"/>
          </a:xfrm>
          <a:prstGeom prst="rect">
            <a:avLst/>
          </a:prstGeom>
        </p:spPr>
      </p:pic>
    </p:spTree>
    <p:extLst>
      <p:ext uri="{BB962C8B-B14F-4D97-AF65-F5344CB8AC3E}">
        <p14:creationId xmlns:p14="http://schemas.microsoft.com/office/powerpoint/2010/main" val="2654934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B6D584-1E3F-619A-567C-E141DC949AC7}"/>
              </a:ext>
            </a:extLst>
          </p:cNvPr>
          <p:cNvSpPr>
            <a:spLocks noGrp="1"/>
          </p:cNvSpPr>
          <p:nvPr>
            <p:ph type="title"/>
          </p:nvPr>
        </p:nvSpPr>
        <p:spPr/>
        <p:txBody>
          <a:bodyPr/>
          <a:lstStyle/>
          <a:p>
            <a:r>
              <a:rPr lang="en-US" dirty="0"/>
              <a:t>Manual DTOs</a:t>
            </a:r>
          </a:p>
        </p:txBody>
      </p:sp>
      <p:pic>
        <p:nvPicPr>
          <p:cNvPr id="5" name="Picture 4">
            <a:extLst>
              <a:ext uri="{FF2B5EF4-FFF2-40B4-BE49-F238E27FC236}">
                <a16:creationId xmlns:a16="http://schemas.microsoft.com/office/drawing/2014/main" id="{388ED5FE-0CD5-05E0-3C38-2096AEBAFB38}"/>
              </a:ext>
            </a:extLst>
          </p:cNvPr>
          <p:cNvPicPr>
            <a:picLocks noChangeAspect="1"/>
          </p:cNvPicPr>
          <p:nvPr/>
        </p:nvPicPr>
        <p:blipFill>
          <a:blip r:embed="rId2"/>
          <a:stretch>
            <a:fillRect/>
          </a:stretch>
        </p:blipFill>
        <p:spPr>
          <a:xfrm>
            <a:off x="2824502" y="2729827"/>
            <a:ext cx="2223207" cy="1900483"/>
          </a:xfrm>
          <a:prstGeom prst="rect">
            <a:avLst/>
          </a:prstGeom>
        </p:spPr>
      </p:pic>
      <p:pic>
        <p:nvPicPr>
          <p:cNvPr id="7" name="Picture 6">
            <a:extLst>
              <a:ext uri="{FF2B5EF4-FFF2-40B4-BE49-F238E27FC236}">
                <a16:creationId xmlns:a16="http://schemas.microsoft.com/office/drawing/2014/main" id="{7DA6D69F-B276-BCB9-2A9A-8C81282A4A6F}"/>
              </a:ext>
            </a:extLst>
          </p:cNvPr>
          <p:cNvPicPr>
            <a:picLocks noChangeAspect="1"/>
          </p:cNvPicPr>
          <p:nvPr/>
        </p:nvPicPr>
        <p:blipFill>
          <a:blip r:embed="rId3"/>
          <a:stretch>
            <a:fillRect/>
          </a:stretch>
        </p:blipFill>
        <p:spPr>
          <a:xfrm>
            <a:off x="162894" y="2720673"/>
            <a:ext cx="2291439" cy="1900483"/>
          </a:xfrm>
          <a:prstGeom prst="rect">
            <a:avLst/>
          </a:prstGeom>
        </p:spPr>
      </p:pic>
      <p:pic>
        <p:nvPicPr>
          <p:cNvPr id="9" name="Picture 8">
            <a:extLst>
              <a:ext uri="{FF2B5EF4-FFF2-40B4-BE49-F238E27FC236}">
                <a16:creationId xmlns:a16="http://schemas.microsoft.com/office/drawing/2014/main" id="{C44EB748-0470-4065-9429-02B9CAB7E946}"/>
              </a:ext>
            </a:extLst>
          </p:cNvPr>
          <p:cNvPicPr>
            <a:picLocks noChangeAspect="1"/>
          </p:cNvPicPr>
          <p:nvPr/>
        </p:nvPicPr>
        <p:blipFill>
          <a:blip r:embed="rId4"/>
          <a:stretch>
            <a:fillRect/>
          </a:stretch>
        </p:blipFill>
        <p:spPr>
          <a:xfrm>
            <a:off x="6411210" y="1886856"/>
            <a:ext cx="2062884" cy="2809551"/>
          </a:xfrm>
          <a:prstGeom prst="rect">
            <a:avLst/>
          </a:prstGeom>
        </p:spPr>
      </p:pic>
      <p:sp>
        <p:nvSpPr>
          <p:cNvPr id="10" name="TextBox 9">
            <a:extLst>
              <a:ext uri="{FF2B5EF4-FFF2-40B4-BE49-F238E27FC236}">
                <a16:creationId xmlns:a16="http://schemas.microsoft.com/office/drawing/2014/main" id="{14744794-075B-0CA8-8B3B-724320F46579}"/>
              </a:ext>
            </a:extLst>
          </p:cNvPr>
          <p:cNvSpPr txBox="1"/>
          <p:nvPr/>
        </p:nvSpPr>
        <p:spPr>
          <a:xfrm>
            <a:off x="250138" y="1497157"/>
            <a:ext cx="4703727" cy="1200329"/>
          </a:xfrm>
          <a:prstGeom prst="rect">
            <a:avLst/>
          </a:prstGeom>
          <a:noFill/>
        </p:spPr>
        <p:txBody>
          <a:bodyPr wrap="square" rtlCol="0">
            <a:spAutoFit/>
          </a:bodyPr>
          <a:lstStyle/>
          <a:p>
            <a:r>
              <a:rPr lang="en-US" sz="1200" dirty="0"/>
              <a:t>DTOs, or Data Transfer Objects, put a barrier in-between our domain models and API layer. This allows us to filter the fields returned to the client and thus, is good for security.</a:t>
            </a:r>
          </a:p>
          <a:p>
            <a:endParaRPr lang="en-US" sz="1200" dirty="0"/>
          </a:p>
          <a:p>
            <a:endParaRPr lang="en-US" sz="1200" dirty="0"/>
          </a:p>
          <a:p>
            <a:r>
              <a:rPr lang="en-US" sz="1200" dirty="0"/>
              <a:t>Application layer:</a:t>
            </a:r>
          </a:p>
        </p:txBody>
      </p:sp>
      <p:pic>
        <p:nvPicPr>
          <p:cNvPr id="12" name="Picture 11">
            <a:extLst>
              <a:ext uri="{FF2B5EF4-FFF2-40B4-BE49-F238E27FC236}">
                <a16:creationId xmlns:a16="http://schemas.microsoft.com/office/drawing/2014/main" id="{3BAF89B5-2FA5-1B99-FDAF-051D8F7FC8DE}"/>
              </a:ext>
            </a:extLst>
          </p:cNvPr>
          <p:cNvPicPr>
            <a:picLocks noChangeAspect="1"/>
          </p:cNvPicPr>
          <p:nvPr/>
        </p:nvPicPr>
        <p:blipFill>
          <a:blip r:embed="rId5"/>
          <a:stretch>
            <a:fillRect/>
          </a:stretch>
        </p:blipFill>
        <p:spPr>
          <a:xfrm>
            <a:off x="1983746" y="4784200"/>
            <a:ext cx="4703727" cy="222702"/>
          </a:xfrm>
          <a:prstGeom prst="rect">
            <a:avLst/>
          </a:prstGeom>
        </p:spPr>
      </p:pic>
      <p:sp>
        <p:nvSpPr>
          <p:cNvPr id="13" name="TextBox 12">
            <a:extLst>
              <a:ext uri="{FF2B5EF4-FFF2-40B4-BE49-F238E27FC236}">
                <a16:creationId xmlns:a16="http://schemas.microsoft.com/office/drawing/2014/main" id="{BD01E07D-6D72-2360-B48E-527A78B62904}"/>
              </a:ext>
            </a:extLst>
          </p:cNvPr>
          <p:cNvSpPr txBox="1"/>
          <p:nvPr/>
        </p:nvSpPr>
        <p:spPr>
          <a:xfrm>
            <a:off x="3065088" y="4476422"/>
            <a:ext cx="2055371" cy="307777"/>
          </a:xfrm>
          <a:prstGeom prst="rect">
            <a:avLst/>
          </a:prstGeom>
          <a:noFill/>
        </p:spPr>
        <p:txBody>
          <a:bodyPr wrap="none" rtlCol="0">
            <a:spAutoFit/>
          </a:bodyPr>
          <a:lstStyle/>
          <a:p>
            <a:r>
              <a:rPr lang="en-US" dirty="0">
                <a:solidFill>
                  <a:schemeClr val="bg1"/>
                </a:solidFill>
              </a:rPr>
              <a:t>Register in </a:t>
            </a:r>
            <a:r>
              <a:rPr lang="en-US" dirty="0" err="1">
                <a:solidFill>
                  <a:schemeClr val="bg1"/>
                </a:solidFill>
              </a:rPr>
              <a:t>Program.cs</a:t>
            </a:r>
            <a:r>
              <a:rPr lang="en-US" dirty="0">
                <a:solidFill>
                  <a:schemeClr val="bg1"/>
                </a:solidFill>
              </a:rPr>
              <a:t>:</a:t>
            </a:r>
          </a:p>
        </p:txBody>
      </p:sp>
      <p:sp>
        <p:nvSpPr>
          <p:cNvPr id="15" name="TextBox 14">
            <a:extLst>
              <a:ext uri="{FF2B5EF4-FFF2-40B4-BE49-F238E27FC236}">
                <a16:creationId xmlns:a16="http://schemas.microsoft.com/office/drawing/2014/main" id="{53F1C59D-C312-D204-F3E9-B60356D86E79}"/>
              </a:ext>
            </a:extLst>
          </p:cNvPr>
          <p:cNvSpPr txBox="1"/>
          <p:nvPr/>
        </p:nvSpPr>
        <p:spPr>
          <a:xfrm>
            <a:off x="6244616" y="1579079"/>
            <a:ext cx="1557184" cy="307777"/>
          </a:xfrm>
          <a:prstGeom prst="rect">
            <a:avLst/>
          </a:prstGeom>
          <a:noFill/>
        </p:spPr>
        <p:txBody>
          <a:bodyPr wrap="square">
            <a:spAutoFit/>
          </a:bodyPr>
          <a:lstStyle/>
          <a:p>
            <a:r>
              <a:rPr lang="en-US" sz="1400" dirty="0"/>
              <a:t>Application layer:</a:t>
            </a:r>
          </a:p>
        </p:txBody>
      </p:sp>
    </p:spTree>
    <p:extLst>
      <p:ext uri="{BB962C8B-B14F-4D97-AF65-F5344CB8AC3E}">
        <p14:creationId xmlns:p14="http://schemas.microsoft.com/office/powerpoint/2010/main" val="1668259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A77D5D-535E-9F50-BE5A-8C2403EAC872}"/>
              </a:ext>
            </a:extLst>
          </p:cNvPr>
          <p:cNvSpPr>
            <a:spLocks noGrp="1"/>
          </p:cNvSpPr>
          <p:nvPr>
            <p:ph type="title"/>
          </p:nvPr>
        </p:nvSpPr>
        <p:spPr/>
        <p:txBody>
          <a:bodyPr/>
          <a:lstStyle/>
          <a:p>
            <a:r>
              <a:rPr lang="en-US" dirty="0"/>
              <a:t>Manual DTOs</a:t>
            </a:r>
          </a:p>
        </p:txBody>
      </p:sp>
      <p:pic>
        <p:nvPicPr>
          <p:cNvPr id="5" name="Picture 4">
            <a:extLst>
              <a:ext uri="{FF2B5EF4-FFF2-40B4-BE49-F238E27FC236}">
                <a16:creationId xmlns:a16="http://schemas.microsoft.com/office/drawing/2014/main" id="{CDE16C10-524D-DD7F-33A0-17DBF43EA18A}"/>
              </a:ext>
            </a:extLst>
          </p:cNvPr>
          <p:cNvPicPr>
            <a:picLocks noChangeAspect="1"/>
          </p:cNvPicPr>
          <p:nvPr/>
        </p:nvPicPr>
        <p:blipFill>
          <a:blip r:embed="rId2"/>
          <a:stretch>
            <a:fillRect/>
          </a:stretch>
        </p:blipFill>
        <p:spPr>
          <a:xfrm>
            <a:off x="504779" y="2062190"/>
            <a:ext cx="3398628" cy="1068493"/>
          </a:xfrm>
          <a:prstGeom prst="rect">
            <a:avLst/>
          </a:prstGeom>
        </p:spPr>
      </p:pic>
      <p:pic>
        <p:nvPicPr>
          <p:cNvPr id="7" name="Picture 6">
            <a:extLst>
              <a:ext uri="{FF2B5EF4-FFF2-40B4-BE49-F238E27FC236}">
                <a16:creationId xmlns:a16="http://schemas.microsoft.com/office/drawing/2014/main" id="{394CF996-0DFF-DD87-39E8-78AC5456CC84}"/>
              </a:ext>
            </a:extLst>
          </p:cNvPr>
          <p:cNvPicPr>
            <a:picLocks noChangeAspect="1"/>
          </p:cNvPicPr>
          <p:nvPr/>
        </p:nvPicPr>
        <p:blipFill>
          <a:blip r:embed="rId3"/>
          <a:stretch>
            <a:fillRect/>
          </a:stretch>
        </p:blipFill>
        <p:spPr>
          <a:xfrm>
            <a:off x="504779" y="3312580"/>
            <a:ext cx="3398628" cy="1085239"/>
          </a:xfrm>
          <a:prstGeom prst="rect">
            <a:avLst/>
          </a:prstGeom>
        </p:spPr>
      </p:pic>
      <p:sp>
        <p:nvSpPr>
          <p:cNvPr id="8" name="TextBox 7">
            <a:extLst>
              <a:ext uri="{FF2B5EF4-FFF2-40B4-BE49-F238E27FC236}">
                <a16:creationId xmlns:a16="http://schemas.microsoft.com/office/drawing/2014/main" id="{6D034D0A-0EC1-5753-591E-AA3A19990F97}"/>
              </a:ext>
            </a:extLst>
          </p:cNvPr>
          <p:cNvSpPr txBox="1"/>
          <p:nvPr/>
        </p:nvSpPr>
        <p:spPr>
          <a:xfrm>
            <a:off x="193524" y="1655285"/>
            <a:ext cx="3767250" cy="307777"/>
          </a:xfrm>
          <a:prstGeom prst="rect">
            <a:avLst/>
          </a:prstGeom>
          <a:noFill/>
        </p:spPr>
        <p:txBody>
          <a:bodyPr wrap="none" rtlCol="0">
            <a:spAutoFit/>
          </a:bodyPr>
          <a:lstStyle/>
          <a:p>
            <a:r>
              <a:rPr lang="en-US" sz="1400" dirty="0"/>
              <a:t>Both the controller and service uses the mapper:</a:t>
            </a:r>
          </a:p>
        </p:txBody>
      </p:sp>
      <p:pic>
        <p:nvPicPr>
          <p:cNvPr id="10" name="Picture 9">
            <a:extLst>
              <a:ext uri="{FF2B5EF4-FFF2-40B4-BE49-F238E27FC236}">
                <a16:creationId xmlns:a16="http://schemas.microsoft.com/office/drawing/2014/main" id="{54327613-1ABD-921B-9C42-1B4C26C4970A}"/>
              </a:ext>
            </a:extLst>
          </p:cNvPr>
          <p:cNvPicPr>
            <a:picLocks noChangeAspect="1"/>
          </p:cNvPicPr>
          <p:nvPr/>
        </p:nvPicPr>
        <p:blipFill>
          <a:blip r:embed="rId4"/>
          <a:stretch>
            <a:fillRect/>
          </a:stretch>
        </p:blipFill>
        <p:spPr>
          <a:xfrm>
            <a:off x="4626078" y="1177445"/>
            <a:ext cx="3903405" cy="1769489"/>
          </a:xfrm>
          <a:prstGeom prst="rect">
            <a:avLst/>
          </a:prstGeom>
        </p:spPr>
      </p:pic>
      <p:pic>
        <p:nvPicPr>
          <p:cNvPr id="12" name="Picture 11">
            <a:extLst>
              <a:ext uri="{FF2B5EF4-FFF2-40B4-BE49-F238E27FC236}">
                <a16:creationId xmlns:a16="http://schemas.microsoft.com/office/drawing/2014/main" id="{5D6D5E6E-A27E-995E-BEDB-EB65A284E97B}"/>
              </a:ext>
            </a:extLst>
          </p:cNvPr>
          <p:cNvPicPr>
            <a:picLocks noChangeAspect="1"/>
          </p:cNvPicPr>
          <p:nvPr/>
        </p:nvPicPr>
        <p:blipFill>
          <a:blip r:embed="rId5"/>
          <a:stretch>
            <a:fillRect/>
          </a:stretch>
        </p:blipFill>
        <p:spPr>
          <a:xfrm>
            <a:off x="4626078" y="3148023"/>
            <a:ext cx="4013143" cy="1799505"/>
          </a:xfrm>
          <a:prstGeom prst="rect">
            <a:avLst/>
          </a:prstGeom>
        </p:spPr>
      </p:pic>
    </p:spTree>
    <p:extLst>
      <p:ext uri="{BB962C8B-B14F-4D97-AF65-F5344CB8AC3E}">
        <p14:creationId xmlns:p14="http://schemas.microsoft.com/office/powerpoint/2010/main" val="434733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C3BB6C8-3519-09FF-8DC8-818BC807DA85}"/>
              </a:ext>
            </a:extLst>
          </p:cNvPr>
          <p:cNvSpPr>
            <a:spLocks noGrp="1"/>
          </p:cNvSpPr>
          <p:nvPr>
            <p:ph type="title"/>
          </p:nvPr>
        </p:nvSpPr>
        <p:spPr/>
        <p:txBody>
          <a:bodyPr/>
          <a:lstStyle/>
          <a:p>
            <a:r>
              <a:rPr lang="en-US" dirty="0" err="1"/>
              <a:t>AutoMapper</a:t>
            </a:r>
            <a:endParaRPr lang="en-US" dirty="0"/>
          </a:p>
        </p:txBody>
      </p:sp>
      <p:pic>
        <p:nvPicPr>
          <p:cNvPr id="5" name="Picture 4">
            <a:extLst>
              <a:ext uri="{FF2B5EF4-FFF2-40B4-BE49-F238E27FC236}">
                <a16:creationId xmlns:a16="http://schemas.microsoft.com/office/drawing/2014/main" id="{476D7B48-02D6-1484-0965-8F30311EB20C}"/>
              </a:ext>
            </a:extLst>
          </p:cNvPr>
          <p:cNvPicPr>
            <a:picLocks noChangeAspect="1"/>
          </p:cNvPicPr>
          <p:nvPr/>
        </p:nvPicPr>
        <p:blipFill>
          <a:blip r:embed="rId2"/>
          <a:stretch>
            <a:fillRect/>
          </a:stretch>
        </p:blipFill>
        <p:spPr>
          <a:xfrm>
            <a:off x="2481927" y="1912152"/>
            <a:ext cx="4180141" cy="622740"/>
          </a:xfrm>
          <a:prstGeom prst="rect">
            <a:avLst/>
          </a:prstGeom>
        </p:spPr>
      </p:pic>
      <p:sp>
        <p:nvSpPr>
          <p:cNvPr id="6" name="TextBox 5">
            <a:extLst>
              <a:ext uri="{FF2B5EF4-FFF2-40B4-BE49-F238E27FC236}">
                <a16:creationId xmlns:a16="http://schemas.microsoft.com/office/drawing/2014/main" id="{EB0C11EB-6085-4EC2-BEC9-CCE0195E3E2D}"/>
              </a:ext>
            </a:extLst>
          </p:cNvPr>
          <p:cNvSpPr txBox="1"/>
          <p:nvPr/>
        </p:nvSpPr>
        <p:spPr>
          <a:xfrm>
            <a:off x="2406016" y="1370030"/>
            <a:ext cx="4180141" cy="430887"/>
          </a:xfrm>
          <a:prstGeom prst="rect">
            <a:avLst/>
          </a:prstGeom>
          <a:noFill/>
        </p:spPr>
        <p:txBody>
          <a:bodyPr wrap="square" rtlCol="0">
            <a:spAutoFit/>
          </a:bodyPr>
          <a:lstStyle/>
          <a:p>
            <a:r>
              <a:rPr lang="en-US" sz="1100" dirty="0"/>
              <a:t>Install via </a:t>
            </a:r>
            <a:r>
              <a:rPr lang="en-US" sz="1100" dirty="0" err="1"/>
              <a:t>nuget</a:t>
            </a:r>
            <a:r>
              <a:rPr lang="en-US" sz="1100" dirty="0"/>
              <a:t> to the API project. ‘</a:t>
            </a:r>
            <a:r>
              <a:rPr lang="en-US" sz="1100" dirty="0" err="1"/>
              <a:t>AutoMapper</a:t>
            </a:r>
            <a:r>
              <a:rPr lang="en-US" sz="1100" dirty="0"/>
              <a:t>’ also needs installed in application layer:</a:t>
            </a:r>
          </a:p>
        </p:txBody>
      </p:sp>
      <p:pic>
        <p:nvPicPr>
          <p:cNvPr id="10" name="Picture 9">
            <a:extLst>
              <a:ext uri="{FF2B5EF4-FFF2-40B4-BE49-F238E27FC236}">
                <a16:creationId xmlns:a16="http://schemas.microsoft.com/office/drawing/2014/main" id="{1AFDDC20-2756-A01B-F29C-FE12D6507AB5}"/>
              </a:ext>
            </a:extLst>
          </p:cNvPr>
          <p:cNvPicPr>
            <a:picLocks noChangeAspect="1"/>
          </p:cNvPicPr>
          <p:nvPr/>
        </p:nvPicPr>
        <p:blipFill>
          <a:blip r:embed="rId3"/>
          <a:stretch>
            <a:fillRect/>
          </a:stretch>
        </p:blipFill>
        <p:spPr>
          <a:xfrm>
            <a:off x="3475901" y="3015495"/>
            <a:ext cx="2192191" cy="1601388"/>
          </a:xfrm>
          <a:prstGeom prst="rect">
            <a:avLst/>
          </a:prstGeom>
        </p:spPr>
      </p:pic>
      <p:sp>
        <p:nvSpPr>
          <p:cNvPr id="11" name="TextBox 10">
            <a:extLst>
              <a:ext uri="{FF2B5EF4-FFF2-40B4-BE49-F238E27FC236}">
                <a16:creationId xmlns:a16="http://schemas.microsoft.com/office/drawing/2014/main" id="{84E53E2B-73F5-7100-45E1-465BA3EEAF9E}"/>
              </a:ext>
            </a:extLst>
          </p:cNvPr>
          <p:cNvSpPr txBox="1"/>
          <p:nvPr/>
        </p:nvSpPr>
        <p:spPr>
          <a:xfrm>
            <a:off x="1732932" y="2571750"/>
            <a:ext cx="5678128" cy="461665"/>
          </a:xfrm>
          <a:prstGeom prst="rect">
            <a:avLst/>
          </a:prstGeom>
          <a:noFill/>
        </p:spPr>
        <p:txBody>
          <a:bodyPr wrap="square" rtlCol="0">
            <a:spAutoFit/>
          </a:bodyPr>
          <a:lstStyle/>
          <a:p>
            <a:r>
              <a:rPr lang="en-US" sz="1200" dirty="0"/>
              <a:t>Create a mapping profile in application layer. (this assumes you have already created the DTOs, such as in our manual example):</a:t>
            </a:r>
          </a:p>
        </p:txBody>
      </p:sp>
      <p:pic>
        <p:nvPicPr>
          <p:cNvPr id="13" name="Picture 12">
            <a:extLst>
              <a:ext uri="{FF2B5EF4-FFF2-40B4-BE49-F238E27FC236}">
                <a16:creationId xmlns:a16="http://schemas.microsoft.com/office/drawing/2014/main" id="{28F5BE45-62BD-83F4-2301-AAADD68F5B2C}"/>
              </a:ext>
            </a:extLst>
          </p:cNvPr>
          <p:cNvPicPr>
            <a:picLocks noChangeAspect="1"/>
          </p:cNvPicPr>
          <p:nvPr/>
        </p:nvPicPr>
        <p:blipFill>
          <a:blip r:embed="rId4"/>
          <a:stretch>
            <a:fillRect/>
          </a:stretch>
        </p:blipFill>
        <p:spPr>
          <a:xfrm>
            <a:off x="1152046" y="4688253"/>
            <a:ext cx="6839905" cy="304843"/>
          </a:xfrm>
          <a:prstGeom prst="rect">
            <a:avLst/>
          </a:prstGeom>
        </p:spPr>
      </p:pic>
      <p:sp>
        <p:nvSpPr>
          <p:cNvPr id="14" name="TextBox 13">
            <a:extLst>
              <a:ext uri="{FF2B5EF4-FFF2-40B4-BE49-F238E27FC236}">
                <a16:creationId xmlns:a16="http://schemas.microsoft.com/office/drawing/2014/main" id="{5ADE9464-7F32-0748-7A87-3352A5EFE452}"/>
              </a:ext>
            </a:extLst>
          </p:cNvPr>
          <p:cNvSpPr txBox="1"/>
          <p:nvPr/>
        </p:nvSpPr>
        <p:spPr>
          <a:xfrm>
            <a:off x="993059" y="4380476"/>
            <a:ext cx="2330125" cy="369332"/>
          </a:xfrm>
          <a:prstGeom prst="rect">
            <a:avLst/>
          </a:prstGeom>
          <a:noFill/>
        </p:spPr>
        <p:txBody>
          <a:bodyPr wrap="none" rtlCol="0">
            <a:spAutoFit/>
          </a:bodyPr>
          <a:lstStyle/>
          <a:p>
            <a:r>
              <a:rPr lang="en-US" dirty="0"/>
              <a:t>Register in </a:t>
            </a:r>
            <a:r>
              <a:rPr lang="en-US" dirty="0" err="1"/>
              <a:t>program.cs</a:t>
            </a:r>
            <a:r>
              <a:rPr lang="en-US" dirty="0"/>
              <a:t>:</a:t>
            </a:r>
          </a:p>
        </p:txBody>
      </p:sp>
    </p:spTree>
    <p:extLst>
      <p:ext uri="{BB962C8B-B14F-4D97-AF65-F5344CB8AC3E}">
        <p14:creationId xmlns:p14="http://schemas.microsoft.com/office/powerpoint/2010/main" val="2241504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0103FA-313B-080D-056B-BB8F977984B9}"/>
              </a:ext>
            </a:extLst>
          </p:cNvPr>
          <p:cNvSpPr>
            <a:spLocks noGrp="1"/>
          </p:cNvSpPr>
          <p:nvPr>
            <p:ph type="title"/>
          </p:nvPr>
        </p:nvSpPr>
        <p:spPr/>
        <p:txBody>
          <a:bodyPr/>
          <a:lstStyle/>
          <a:p>
            <a:r>
              <a:rPr lang="en-US" dirty="0" err="1"/>
              <a:t>AutoMapper</a:t>
            </a:r>
            <a:endParaRPr lang="en-US" dirty="0"/>
          </a:p>
        </p:txBody>
      </p:sp>
      <p:pic>
        <p:nvPicPr>
          <p:cNvPr id="5" name="Picture 4">
            <a:extLst>
              <a:ext uri="{FF2B5EF4-FFF2-40B4-BE49-F238E27FC236}">
                <a16:creationId xmlns:a16="http://schemas.microsoft.com/office/drawing/2014/main" id="{03E3257D-1486-F37D-F74D-08B8A9E61D43}"/>
              </a:ext>
            </a:extLst>
          </p:cNvPr>
          <p:cNvPicPr>
            <a:picLocks noChangeAspect="1"/>
          </p:cNvPicPr>
          <p:nvPr/>
        </p:nvPicPr>
        <p:blipFill>
          <a:blip r:embed="rId2"/>
          <a:stretch>
            <a:fillRect/>
          </a:stretch>
        </p:blipFill>
        <p:spPr>
          <a:xfrm>
            <a:off x="502554" y="2160649"/>
            <a:ext cx="3568001" cy="1590309"/>
          </a:xfrm>
          <a:prstGeom prst="rect">
            <a:avLst/>
          </a:prstGeom>
        </p:spPr>
      </p:pic>
      <p:pic>
        <p:nvPicPr>
          <p:cNvPr id="7" name="Picture 6">
            <a:extLst>
              <a:ext uri="{FF2B5EF4-FFF2-40B4-BE49-F238E27FC236}">
                <a16:creationId xmlns:a16="http://schemas.microsoft.com/office/drawing/2014/main" id="{42384041-03EA-A38C-8592-30CA0F48684B}"/>
              </a:ext>
            </a:extLst>
          </p:cNvPr>
          <p:cNvPicPr>
            <a:picLocks noChangeAspect="1"/>
          </p:cNvPicPr>
          <p:nvPr/>
        </p:nvPicPr>
        <p:blipFill>
          <a:blip r:embed="rId3"/>
          <a:stretch>
            <a:fillRect/>
          </a:stretch>
        </p:blipFill>
        <p:spPr>
          <a:xfrm>
            <a:off x="4503175" y="1788846"/>
            <a:ext cx="3773760" cy="2272654"/>
          </a:xfrm>
          <a:prstGeom prst="rect">
            <a:avLst/>
          </a:prstGeom>
        </p:spPr>
      </p:pic>
      <p:sp>
        <p:nvSpPr>
          <p:cNvPr id="8" name="TextBox 7">
            <a:extLst>
              <a:ext uri="{FF2B5EF4-FFF2-40B4-BE49-F238E27FC236}">
                <a16:creationId xmlns:a16="http://schemas.microsoft.com/office/drawing/2014/main" id="{1D5EC6FD-131D-F03A-B966-8A1712B372FE}"/>
              </a:ext>
            </a:extLst>
          </p:cNvPr>
          <p:cNvSpPr txBox="1"/>
          <p:nvPr/>
        </p:nvSpPr>
        <p:spPr>
          <a:xfrm>
            <a:off x="408039" y="1788846"/>
            <a:ext cx="2526397" cy="307777"/>
          </a:xfrm>
          <a:prstGeom prst="rect">
            <a:avLst/>
          </a:prstGeom>
          <a:noFill/>
        </p:spPr>
        <p:txBody>
          <a:bodyPr wrap="none" rtlCol="0">
            <a:spAutoFit/>
          </a:bodyPr>
          <a:lstStyle/>
          <a:p>
            <a:r>
              <a:rPr lang="en-US" sz="1400" dirty="0"/>
              <a:t>Our controller only sees DTOs:</a:t>
            </a:r>
          </a:p>
        </p:txBody>
      </p:sp>
      <p:sp>
        <p:nvSpPr>
          <p:cNvPr id="9" name="TextBox 8">
            <a:extLst>
              <a:ext uri="{FF2B5EF4-FFF2-40B4-BE49-F238E27FC236}">
                <a16:creationId xmlns:a16="http://schemas.microsoft.com/office/drawing/2014/main" id="{7224E61B-3A3D-1547-4071-9FDB96C632DA}"/>
              </a:ext>
            </a:extLst>
          </p:cNvPr>
          <p:cNvSpPr txBox="1"/>
          <p:nvPr/>
        </p:nvSpPr>
        <p:spPr>
          <a:xfrm>
            <a:off x="4419600" y="1439801"/>
            <a:ext cx="3542380" cy="307777"/>
          </a:xfrm>
          <a:prstGeom prst="rect">
            <a:avLst/>
          </a:prstGeom>
          <a:noFill/>
        </p:spPr>
        <p:txBody>
          <a:bodyPr wrap="none" rtlCol="0">
            <a:spAutoFit/>
          </a:bodyPr>
          <a:lstStyle/>
          <a:p>
            <a:r>
              <a:rPr lang="en-US" sz="1400" dirty="0"/>
              <a:t>Our service is responsible for mapping DTOs:</a:t>
            </a:r>
          </a:p>
        </p:txBody>
      </p:sp>
    </p:spTree>
    <p:extLst>
      <p:ext uri="{BB962C8B-B14F-4D97-AF65-F5344CB8AC3E}">
        <p14:creationId xmlns:p14="http://schemas.microsoft.com/office/powerpoint/2010/main" val="3032271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C0720C-E2CA-8589-342F-21F3887FDD0A}"/>
              </a:ext>
            </a:extLst>
          </p:cNvPr>
          <p:cNvSpPr>
            <a:spLocks noGrp="1"/>
          </p:cNvSpPr>
          <p:nvPr>
            <p:ph type="title"/>
          </p:nvPr>
        </p:nvSpPr>
        <p:spPr/>
        <p:txBody>
          <a:bodyPr/>
          <a:lstStyle/>
          <a:p>
            <a:r>
              <a:rPr lang="en-US" dirty="0"/>
              <a:t>CORS</a:t>
            </a:r>
          </a:p>
        </p:txBody>
      </p:sp>
      <p:sp>
        <p:nvSpPr>
          <p:cNvPr id="2" name="Text Placeholder 1">
            <a:extLst>
              <a:ext uri="{FF2B5EF4-FFF2-40B4-BE49-F238E27FC236}">
                <a16:creationId xmlns:a16="http://schemas.microsoft.com/office/drawing/2014/main" id="{58E176D9-8D11-ECAB-2E0E-CCB7A6FEB450}"/>
              </a:ext>
            </a:extLst>
          </p:cNvPr>
          <p:cNvSpPr>
            <a:spLocks noGrp="1"/>
          </p:cNvSpPr>
          <p:nvPr>
            <p:ph idx="1"/>
          </p:nvPr>
        </p:nvSpPr>
        <p:spPr/>
        <p:txBody>
          <a:bodyPr/>
          <a:lstStyle/>
          <a:p>
            <a:r>
              <a:rPr lang="en-US" dirty="0"/>
              <a:t>Browsers block requests from one origin to another unless the server explicitly allows it</a:t>
            </a:r>
          </a:p>
          <a:p>
            <a:r>
              <a:rPr lang="en-US" dirty="0"/>
              <a:t>Example:</a:t>
            </a:r>
          </a:p>
          <a:p>
            <a:pPr lvl="1"/>
            <a:r>
              <a:rPr lang="en-US" dirty="0"/>
              <a:t>Front end: </a:t>
            </a:r>
            <a:r>
              <a:rPr lang="en-US" dirty="0">
                <a:hlinkClick r:id="rId2"/>
              </a:rPr>
              <a:t>http://localhost:3000</a:t>
            </a:r>
            <a:endParaRPr lang="en-US" dirty="0"/>
          </a:p>
          <a:p>
            <a:pPr lvl="1"/>
            <a:r>
              <a:rPr lang="en-US" dirty="0"/>
              <a:t>API: </a:t>
            </a:r>
            <a:r>
              <a:rPr lang="en-US" dirty="0">
                <a:hlinkClick r:id="rId3"/>
              </a:rPr>
              <a:t>https://localhost:5001</a:t>
            </a:r>
            <a:endParaRPr lang="en-US" dirty="0"/>
          </a:p>
          <a:p>
            <a:pPr lvl="1"/>
            <a:r>
              <a:rPr lang="en-US" dirty="0"/>
              <a:t>Without CORS, the browser will block requests to the API because it comes from a different location </a:t>
            </a:r>
          </a:p>
        </p:txBody>
      </p:sp>
    </p:spTree>
    <p:extLst>
      <p:ext uri="{BB962C8B-B14F-4D97-AF65-F5344CB8AC3E}">
        <p14:creationId xmlns:p14="http://schemas.microsoft.com/office/powerpoint/2010/main" val="1425364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FCF4D02-7093-3C51-B62D-6667AA167CEC}"/>
              </a:ext>
            </a:extLst>
          </p:cNvPr>
          <p:cNvSpPr>
            <a:spLocks noGrp="1"/>
          </p:cNvSpPr>
          <p:nvPr>
            <p:ph type="title"/>
          </p:nvPr>
        </p:nvSpPr>
        <p:spPr/>
        <p:txBody>
          <a:bodyPr/>
          <a:lstStyle/>
          <a:p>
            <a:r>
              <a:rPr lang="en-US" dirty="0"/>
              <a:t>CORS Setup</a:t>
            </a:r>
          </a:p>
        </p:txBody>
      </p:sp>
      <p:pic>
        <p:nvPicPr>
          <p:cNvPr id="5" name="Picture 4">
            <a:extLst>
              <a:ext uri="{FF2B5EF4-FFF2-40B4-BE49-F238E27FC236}">
                <a16:creationId xmlns:a16="http://schemas.microsoft.com/office/drawing/2014/main" id="{32E8D92F-41C5-06E3-8654-84CDDD602B5E}"/>
              </a:ext>
            </a:extLst>
          </p:cNvPr>
          <p:cNvPicPr>
            <a:picLocks noChangeAspect="1"/>
          </p:cNvPicPr>
          <p:nvPr/>
        </p:nvPicPr>
        <p:blipFill>
          <a:blip r:embed="rId2"/>
          <a:stretch>
            <a:fillRect/>
          </a:stretch>
        </p:blipFill>
        <p:spPr>
          <a:xfrm>
            <a:off x="507118" y="2282028"/>
            <a:ext cx="3598702" cy="1546633"/>
          </a:xfrm>
          <a:prstGeom prst="rect">
            <a:avLst/>
          </a:prstGeom>
        </p:spPr>
      </p:pic>
      <p:pic>
        <p:nvPicPr>
          <p:cNvPr id="7" name="Picture 6">
            <a:extLst>
              <a:ext uri="{FF2B5EF4-FFF2-40B4-BE49-F238E27FC236}">
                <a16:creationId xmlns:a16="http://schemas.microsoft.com/office/drawing/2014/main" id="{BDA4DD4A-BBFA-B891-67F8-93B68BC45E20}"/>
              </a:ext>
            </a:extLst>
          </p:cNvPr>
          <p:cNvPicPr>
            <a:picLocks noChangeAspect="1"/>
          </p:cNvPicPr>
          <p:nvPr/>
        </p:nvPicPr>
        <p:blipFill>
          <a:blip r:embed="rId3"/>
          <a:stretch>
            <a:fillRect/>
          </a:stretch>
        </p:blipFill>
        <p:spPr>
          <a:xfrm>
            <a:off x="5038182" y="1819082"/>
            <a:ext cx="3318812" cy="1031943"/>
          </a:xfrm>
          <a:prstGeom prst="rect">
            <a:avLst/>
          </a:prstGeom>
        </p:spPr>
      </p:pic>
      <p:sp>
        <p:nvSpPr>
          <p:cNvPr id="9" name="TextBox 8">
            <a:extLst>
              <a:ext uri="{FF2B5EF4-FFF2-40B4-BE49-F238E27FC236}">
                <a16:creationId xmlns:a16="http://schemas.microsoft.com/office/drawing/2014/main" id="{DE338406-01EB-A6CC-4966-F92136251F5B}"/>
              </a:ext>
            </a:extLst>
          </p:cNvPr>
          <p:cNvSpPr txBox="1"/>
          <p:nvPr/>
        </p:nvSpPr>
        <p:spPr>
          <a:xfrm>
            <a:off x="503069" y="1519908"/>
            <a:ext cx="3986594" cy="646331"/>
          </a:xfrm>
          <a:prstGeom prst="rect">
            <a:avLst/>
          </a:prstGeom>
          <a:noFill/>
        </p:spPr>
        <p:txBody>
          <a:bodyPr wrap="square" rtlCol="0">
            <a:spAutoFit/>
          </a:bodyPr>
          <a:lstStyle/>
          <a:p>
            <a:r>
              <a:rPr lang="en-US" dirty="0"/>
              <a:t>Set the options to the builder (you can have more than one policy):</a:t>
            </a:r>
          </a:p>
        </p:txBody>
      </p:sp>
      <p:sp>
        <p:nvSpPr>
          <p:cNvPr id="10" name="TextBox 9">
            <a:extLst>
              <a:ext uri="{FF2B5EF4-FFF2-40B4-BE49-F238E27FC236}">
                <a16:creationId xmlns:a16="http://schemas.microsoft.com/office/drawing/2014/main" id="{3166629A-B02F-3D9B-5A85-0D5827558E04}"/>
              </a:ext>
            </a:extLst>
          </p:cNvPr>
          <p:cNvSpPr txBox="1"/>
          <p:nvPr/>
        </p:nvSpPr>
        <p:spPr>
          <a:xfrm>
            <a:off x="4395434" y="1404119"/>
            <a:ext cx="4475905" cy="369332"/>
          </a:xfrm>
          <a:prstGeom prst="rect">
            <a:avLst/>
          </a:prstGeom>
          <a:noFill/>
        </p:spPr>
        <p:txBody>
          <a:bodyPr wrap="none" rtlCol="0">
            <a:spAutoFit/>
          </a:bodyPr>
          <a:lstStyle/>
          <a:p>
            <a:r>
              <a:rPr lang="en-US" dirty="0"/>
              <a:t>This sets a GLOBAL fallback (recommended):</a:t>
            </a:r>
          </a:p>
        </p:txBody>
      </p:sp>
      <p:pic>
        <p:nvPicPr>
          <p:cNvPr id="12" name="Picture 11">
            <a:extLst>
              <a:ext uri="{FF2B5EF4-FFF2-40B4-BE49-F238E27FC236}">
                <a16:creationId xmlns:a16="http://schemas.microsoft.com/office/drawing/2014/main" id="{9CE5D317-A659-3E2E-F400-6B9071F05C08}"/>
              </a:ext>
            </a:extLst>
          </p:cNvPr>
          <p:cNvPicPr>
            <a:picLocks noChangeAspect="1"/>
          </p:cNvPicPr>
          <p:nvPr/>
        </p:nvPicPr>
        <p:blipFill>
          <a:blip r:embed="rId4"/>
          <a:stretch>
            <a:fillRect/>
          </a:stretch>
        </p:blipFill>
        <p:spPr>
          <a:xfrm>
            <a:off x="5038182" y="3382599"/>
            <a:ext cx="3086531" cy="1557555"/>
          </a:xfrm>
          <a:prstGeom prst="rect">
            <a:avLst/>
          </a:prstGeom>
        </p:spPr>
      </p:pic>
      <p:sp>
        <p:nvSpPr>
          <p:cNvPr id="13" name="TextBox 12">
            <a:extLst>
              <a:ext uri="{FF2B5EF4-FFF2-40B4-BE49-F238E27FC236}">
                <a16:creationId xmlns:a16="http://schemas.microsoft.com/office/drawing/2014/main" id="{4A9271A7-63C5-9E4A-E2A0-87017A37E3C2}"/>
              </a:ext>
            </a:extLst>
          </p:cNvPr>
          <p:cNvSpPr txBox="1"/>
          <p:nvPr/>
        </p:nvSpPr>
        <p:spPr>
          <a:xfrm>
            <a:off x="4489663" y="2988710"/>
            <a:ext cx="3915495" cy="369332"/>
          </a:xfrm>
          <a:prstGeom prst="rect">
            <a:avLst/>
          </a:prstGeom>
          <a:noFill/>
        </p:spPr>
        <p:txBody>
          <a:bodyPr wrap="none" rtlCol="0">
            <a:spAutoFit/>
          </a:bodyPr>
          <a:lstStyle/>
          <a:p>
            <a:r>
              <a:rPr lang="en-US" dirty="0"/>
              <a:t>This sets CORS on per controller basis:</a:t>
            </a:r>
          </a:p>
        </p:txBody>
      </p:sp>
    </p:spTree>
    <p:extLst>
      <p:ext uri="{BB962C8B-B14F-4D97-AF65-F5344CB8AC3E}">
        <p14:creationId xmlns:p14="http://schemas.microsoft.com/office/powerpoint/2010/main" val="3213158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82AFEE-1B98-FF1C-D82E-9461D7B13FCF}"/>
              </a:ext>
            </a:extLst>
          </p:cNvPr>
          <p:cNvSpPr>
            <a:spLocks noGrp="1"/>
          </p:cNvSpPr>
          <p:nvPr>
            <p:ph type="title"/>
          </p:nvPr>
        </p:nvSpPr>
        <p:spPr/>
        <p:txBody>
          <a:bodyPr/>
          <a:lstStyle/>
          <a:p>
            <a:r>
              <a:rPr lang="en-US" dirty="0"/>
              <a:t>HTTPS</a:t>
            </a:r>
          </a:p>
        </p:txBody>
      </p:sp>
      <p:sp>
        <p:nvSpPr>
          <p:cNvPr id="2" name="Text Placeholder 1">
            <a:extLst>
              <a:ext uri="{FF2B5EF4-FFF2-40B4-BE49-F238E27FC236}">
                <a16:creationId xmlns:a16="http://schemas.microsoft.com/office/drawing/2014/main" id="{3425B37F-5817-1BCE-B03E-13458F7C0725}"/>
              </a:ext>
            </a:extLst>
          </p:cNvPr>
          <p:cNvSpPr>
            <a:spLocks noGrp="1"/>
          </p:cNvSpPr>
          <p:nvPr>
            <p:ph idx="1"/>
          </p:nvPr>
        </p:nvSpPr>
        <p:spPr/>
        <p:txBody>
          <a:bodyPr/>
          <a:lstStyle/>
          <a:p>
            <a:r>
              <a:rPr lang="en-US" dirty="0"/>
              <a:t>HTTPS = Hypertext Transfer Protocol Secure</a:t>
            </a:r>
          </a:p>
          <a:p>
            <a:r>
              <a:rPr lang="en-US" dirty="0"/>
              <a:t>HTTPS uses Transport Layer Security (TLS) to encrypt traffic (formerly used Secure Sockets Layer – SSL)</a:t>
            </a:r>
          </a:p>
          <a:p>
            <a:pPr lvl="1"/>
            <a:r>
              <a:rPr lang="en-US" dirty="0"/>
              <a:t>The server must present a certificate to verify its identity, this proves that the URL you visit actually owns that domain</a:t>
            </a:r>
          </a:p>
          <a:p>
            <a:pPr lvl="1"/>
            <a:r>
              <a:rPr lang="en-US" dirty="0"/>
              <a:t>Certificates are provided by certificate authorities: Let’s Encrypt, DigiCert, </a:t>
            </a:r>
            <a:r>
              <a:rPr lang="en-US" dirty="0" err="1"/>
              <a:t>Sectigo</a:t>
            </a:r>
            <a:r>
              <a:rPr lang="en-US" dirty="0"/>
              <a:t>, etc. </a:t>
            </a:r>
          </a:p>
          <a:p>
            <a:r>
              <a:rPr lang="en-US" dirty="0"/>
              <a:t>Protects against man-in-the-middle attacks (data interception/manipulation)</a:t>
            </a:r>
          </a:p>
          <a:p>
            <a:r>
              <a:rPr lang="en-US" dirty="0"/>
              <a:t>Improves search engine optimization (SEO)</a:t>
            </a:r>
          </a:p>
          <a:p>
            <a:r>
              <a:rPr lang="en-US" dirty="0"/>
              <a:t>Default port for HTTP = 80, HTTPS = 443</a:t>
            </a:r>
          </a:p>
        </p:txBody>
      </p:sp>
    </p:spTree>
    <p:extLst>
      <p:ext uri="{BB962C8B-B14F-4D97-AF65-F5344CB8AC3E}">
        <p14:creationId xmlns:p14="http://schemas.microsoft.com/office/powerpoint/2010/main" val="3173341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6E6181-2F5B-EB89-52F4-1AB64D96E028}"/>
              </a:ext>
            </a:extLst>
          </p:cNvPr>
          <p:cNvSpPr>
            <a:spLocks noGrp="1"/>
          </p:cNvSpPr>
          <p:nvPr>
            <p:ph type="title"/>
          </p:nvPr>
        </p:nvSpPr>
        <p:spPr/>
        <p:txBody>
          <a:bodyPr/>
          <a:lstStyle/>
          <a:p>
            <a:r>
              <a:rPr lang="en-US" dirty="0"/>
              <a:t>HTTPS Setup</a:t>
            </a:r>
          </a:p>
        </p:txBody>
      </p:sp>
      <p:pic>
        <p:nvPicPr>
          <p:cNvPr id="5" name="Picture 4">
            <a:extLst>
              <a:ext uri="{FF2B5EF4-FFF2-40B4-BE49-F238E27FC236}">
                <a16:creationId xmlns:a16="http://schemas.microsoft.com/office/drawing/2014/main" id="{F88145C1-5DA8-3E57-7F65-AF7BDAD34413}"/>
              </a:ext>
            </a:extLst>
          </p:cNvPr>
          <p:cNvPicPr>
            <a:picLocks noChangeAspect="1"/>
          </p:cNvPicPr>
          <p:nvPr/>
        </p:nvPicPr>
        <p:blipFill>
          <a:blip r:embed="rId2"/>
          <a:stretch>
            <a:fillRect/>
          </a:stretch>
        </p:blipFill>
        <p:spPr>
          <a:xfrm>
            <a:off x="555522" y="1296137"/>
            <a:ext cx="4105499" cy="2016826"/>
          </a:xfrm>
          <a:prstGeom prst="rect">
            <a:avLst/>
          </a:prstGeom>
        </p:spPr>
      </p:pic>
      <p:sp>
        <p:nvSpPr>
          <p:cNvPr id="8" name="TextBox 7">
            <a:extLst>
              <a:ext uri="{FF2B5EF4-FFF2-40B4-BE49-F238E27FC236}">
                <a16:creationId xmlns:a16="http://schemas.microsoft.com/office/drawing/2014/main" id="{7602A619-0FD3-C2D4-9204-E097712B677D}"/>
              </a:ext>
            </a:extLst>
          </p:cNvPr>
          <p:cNvSpPr txBox="1"/>
          <p:nvPr/>
        </p:nvSpPr>
        <p:spPr>
          <a:xfrm>
            <a:off x="4661021" y="1296137"/>
            <a:ext cx="3681650" cy="2123658"/>
          </a:xfrm>
          <a:prstGeom prst="rect">
            <a:avLst/>
          </a:prstGeom>
          <a:noFill/>
        </p:spPr>
        <p:txBody>
          <a:bodyPr wrap="square" rtlCol="0">
            <a:spAutoFit/>
          </a:bodyPr>
          <a:lstStyle/>
          <a:p>
            <a:r>
              <a:rPr lang="en-US" sz="1200" dirty="0"/>
              <a:t>properties/</a:t>
            </a:r>
            <a:r>
              <a:rPr lang="en-US" sz="1200" dirty="0" err="1"/>
              <a:t>launchsettings.json</a:t>
            </a:r>
            <a:r>
              <a:rPr lang="en-US" sz="1200" dirty="0"/>
              <a:t>: Ensure you have a HTTPS profile </a:t>
            </a:r>
            <a:br>
              <a:rPr lang="en-US" sz="1200" dirty="0"/>
            </a:br>
            <a:br>
              <a:rPr lang="en-US" sz="1200" dirty="0"/>
            </a:br>
            <a:r>
              <a:rPr lang="en-US" sz="1200" dirty="0"/>
              <a:t>This file is ONLY used in development. It will be ignored in prod!</a:t>
            </a:r>
          </a:p>
          <a:p>
            <a:endParaRPr lang="en-US" sz="1200" dirty="0"/>
          </a:p>
          <a:p>
            <a:r>
              <a:rPr lang="en-US" sz="1200" dirty="0"/>
              <a:t>Run this to generate dev SSL cert:</a:t>
            </a:r>
          </a:p>
          <a:p>
            <a:r>
              <a:rPr lang="en-US" sz="1200" dirty="0"/>
              <a:t>dotnet dev-certs https --trust</a:t>
            </a:r>
          </a:p>
          <a:p>
            <a:endParaRPr lang="en-US" sz="1200" dirty="0"/>
          </a:p>
          <a:p>
            <a:endParaRPr lang="en-US" sz="1200" dirty="0"/>
          </a:p>
          <a:p>
            <a:endParaRPr lang="en-US" sz="1200" dirty="0"/>
          </a:p>
        </p:txBody>
      </p:sp>
      <p:pic>
        <p:nvPicPr>
          <p:cNvPr id="10" name="Picture 9">
            <a:extLst>
              <a:ext uri="{FF2B5EF4-FFF2-40B4-BE49-F238E27FC236}">
                <a16:creationId xmlns:a16="http://schemas.microsoft.com/office/drawing/2014/main" id="{E58EB8E3-29B7-BD89-4BF1-C657B01EFFFF}"/>
              </a:ext>
            </a:extLst>
          </p:cNvPr>
          <p:cNvPicPr>
            <a:picLocks noChangeAspect="1"/>
          </p:cNvPicPr>
          <p:nvPr/>
        </p:nvPicPr>
        <p:blipFill>
          <a:blip r:embed="rId3"/>
          <a:stretch>
            <a:fillRect/>
          </a:stretch>
        </p:blipFill>
        <p:spPr>
          <a:xfrm>
            <a:off x="1426534" y="3381788"/>
            <a:ext cx="2171216" cy="1660044"/>
          </a:xfrm>
          <a:prstGeom prst="rect">
            <a:avLst/>
          </a:prstGeom>
        </p:spPr>
      </p:pic>
      <p:sp>
        <p:nvSpPr>
          <p:cNvPr id="12" name="TextBox 11">
            <a:extLst>
              <a:ext uri="{FF2B5EF4-FFF2-40B4-BE49-F238E27FC236}">
                <a16:creationId xmlns:a16="http://schemas.microsoft.com/office/drawing/2014/main" id="{8DE2F983-55D8-A9EF-233D-3DF51F0EE0A9}"/>
              </a:ext>
            </a:extLst>
          </p:cNvPr>
          <p:cNvSpPr txBox="1"/>
          <p:nvPr/>
        </p:nvSpPr>
        <p:spPr>
          <a:xfrm>
            <a:off x="3717822" y="3454258"/>
            <a:ext cx="4105499" cy="1384995"/>
          </a:xfrm>
          <a:prstGeom prst="rect">
            <a:avLst/>
          </a:prstGeom>
          <a:noFill/>
        </p:spPr>
        <p:txBody>
          <a:bodyPr wrap="square">
            <a:spAutoFit/>
          </a:bodyPr>
          <a:lstStyle/>
          <a:p>
            <a:r>
              <a:rPr lang="en-US" sz="1200" dirty="0"/>
              <a:t>In </a:t>
            </a:r>
            <a:r>
              <a:rPr lang="en-US" sz="1200" dirty="0" err="1"/>
              <a:t>program.cs:UseHttpsRedirection</a:t>
            </a:r>
            <a:r>
              <a:rPr lang="en-US" sz="1200" dirty="0"/>
              <a:t>() will route all HTTP calls to HTTPS instead– order matters!</a:t>
            </a:r>
          </a:p>
          <a:p>
            <a:endParaRPr lang="en-US" sz="1200" dirty="0"/>
          </a:p>
          <a:p>
            <a:r>
              <a:rPr lang="en-US" sz="1200" dirty="0" err="1"/>
              <a:t>UseHsts</a:t>
            </a:r>
            <a:r>
              <a:rPr lang="en-US" sz="1200" dirty="0"/>
              <a:t>() is for prod – it will tell the browser to remember that this site only uses HTTPS for future visits! – order matters!</a:t>
            </a:r>
          </a:p>
          <a:p>
            <a:r>
              <a:rPr lang="en-US" sz="1200" dirty="0"/>
              <a:t>(HTTP Strict Transport Security - HSTS)</a:t>
            </a:r>
          </a:p>
        </p:txBody>
      </p:sp>
    </p:spTree>
    <p:extLst>
      <p:ext uri="{BB962C8B-B14F-4D97-AF65-F5344CB8AC3E}">
        <p14:creationId xmlns:p14="http://schemas.microsoft.com/office/powerpoint/2010/main" val="1342648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A4A8990-9D76-F01F-3F32-72C93E5EFA00}"/>
              </a:ext>
            </a:extLst>
          </p:cNvPr>
          <p:cNvSpPr>
            <a:spLocks noGrp="1"/>
          </p:cNvSpPr>
          <p:nvPr>
            <p:ph type="title"/>
          </p:nvPr>
        </p:nvSpPr>
        <p:spPr/>
        <p:txBody>
          <a:bodyPr/>
          <a:lstStyle/>
          <a:p>
            <a:r>
              <a:rPr lang="en-US" dirty="0"/>
              <a:t>HTTPS Setup</a:t>
            </a:r>
          </a:p>
        </p:txBody>
      </p:sp>
      <p:pic>
        <p:nvPicPr>
          <p:cNvPr id="5" name="Picture 4">
            <a:extLst>
              <a:ext uri="{FF2B5EF4-FFF2-40B4-BE49-F238E27FC236}">
                <a16:creationId xmlns:a16="http://schemas.microsoft.com/office/drawing/2014/main" id="{2F178C6E-8017-D1CE-4C64-D144BC72A95A}"/>
              </a:ext>
            </a:extLst>
          </p:cNvPr>
          <p:cNvPicPr>
            <a:picLocks noChangeAspect="1"/>
          </p:cNvPicPr>
          <p:nvPr/>
        </p:nvPicPr>
        <p:blipFill>
          <a:blip r:embed="rId2"/>
          <a:stretch>
            <a:fillRect/>
          </a:stretch>
        </p:blipFill>
        <p:spPr>
          <a:xfrm>
            <a:off x="904015" y="1273277"/>
            <a:ext cx="2954134" cy="3678494"/>
          </a:xfrm>
          <a:prstGeom prst="rect">
            <a:avLst/>
          </a:prstGeom>
        </p:spPr>
      </p:pic>
      <p:sp>
        <p:nvSpPr>
          <p:cNvPr id="9" name="TextBox 8">
            <a:extLst>
              <a:ext uri="{FF2B5EF4-FFF2-40B4-BE49-F238E27FC236}">
                <a16:creationId xmlns:a16="http://schemas.microsoft.com/office/drawing/2014/main" id="{2A512048-1E6A-F4CF-2A5B-5B210ADA4F0C}"/>
              </a:ext>
            </a:extLst>
          </p:cNvPr>
          <p:cNvSpPr txBox="1"/>
          <p:nvPr/>
        </p:nvSpPr>
        <p:spPr>
          <a:xfrm>
            <a:off x="4031226" y="1556087"/>
            <a:ext cx="4596580" cy="2585323"/>
          </a:xfrm>
          <a:prstGeom prst="rect">
            <a:avLst/>
          </a:prstGeom>
          <a:noFill/>
        </p:spPr>
        <p:txBody>
          <a:bodyPr wrap="square" rtlCol="0">
            <a:spAutoFit/>
          </a:bodyPr>
          <a:lstStyle/>
          <a:p>
            <a:r>
              <a:rPr lang="en-US" dirty="0"/>
              <a:t>Prod setup only</a:t>
            </a:r>
          </a:p>
          <a:p>
            <a:endParaRPr lang="en-US" dirty="0"/>
          </a:p>
          <a:p>
            <a:r>
              <a:rPr lang="en-US" dirty="0"/>
              <a:t>In </a:t>
            </a:r>
            <a:r>
              <a:rPr lang="en-US" dirty="0" err="1"/>
              <a:t>appsettings.json</a:t>
            </a:r>
            <a:r>
              <a:rPr lang="en-US" dirty="0"/>
              <a:t>:</a:t>
            </a:r>
          </a:p>
          <a:p>
            <a:endParaRPr lang="en-US" dirty="0"/>
          </a:p>
          <a:p>
            <a:r>
              <a:rPr lang="en-US" dirty="0"/>
              <a:t>We set our </a:t>
            </a:r>
            <a:r>
              <a:rPr lang="en-US" dirty="0" err="1"/>
              <a:t>url</a:t>
            </a:r>
            <a:r>
              <a:rPr lang="en-US" dirty="0"/>
              <a:t> </a:t>
            </a:r>
            <a:r>
              <a:rPr lang="en-US" dirty="0" err="1"/>
              <a:t>ip</a:t>
            </a:r>
            <a:r>
              <a:rPr lang="en-US" dirty="0"/>
              <a:t> + https port and provide a path to our downloaded certificate </a:t>
            </a:r>
          </a:p>
          <a:p>
            <a:endParaRPr lang="en-US" dirty="0"/>
          </a:p>
          <a:p>
            <a:r>
              <a:rPr lang="en-US" dirty="0"/>
              <a:t>Certificate .</a:t>
            </a:r>
            <a:r>
              <a:rPr lang="en-US" dirty="0" err="1"/>
              <a:t>pfx</a:t>
            </a:r>
            <a:r>
              <a:rPr lang="en-US" dirty="0"/>
              <a:t> files and its password come from your certificate authority </a:t>
            </a:r>
          </a:p>
        </p:txBody>
      </p:sp>
    </p:spTree>
    <p:extLst>
      <p:ext uri="{BB962C8B-B14F-4D97-AF65-F5344CB8AC3E}">
        <p14:creationId xmlns:p14="http://schemas.microsoft.com/office/powerpoint/2010/main" val="2281300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01FFF0-AFD7-D805-C3F0-D84A908CE7AA}"/>
              </a:ext>
            </a:extLst>
          </p:cNvPr>
          <p:cNvSpPr>
            <a:spLocks noGrp="1"/>
          </p:cNvSpPr>
          <p:nvPr>
            <p:ph type="title"/>
          </p:nvPr>
        </p:nvSpPr>
        <p:spPr/>
        <p:txBody>
          <a:bodyPr/>
          <a:lstStyle/>
          <a:p>
            <a:r>
              <a:rPr lang="en-US"/>
              <a:t>Middleware</a:t>
            </a:r>
            <a:endParaRPr lang="en-US" dirty="0"/>
          </a:p>
        </p:txBody>
      </p:sp>
      <p:sp>
        <p:nvSpPr>
          <p:cNvPr id="5" name="TextBox 4">
            <a:extLst>
              <a:ext uri="{FF2B5EF4-FFF2-40B4-BE49-F238E27FC236}">
                <a16:creationId xmlns:a16="http://schemas.microsoft.com/office/drawing/2014/main" id="{85C4B9AB-AC93-3B09-FB0F-4F720B51B62B}"/>
              </a:ext>
            </a:extLst>
          </p:cNvPr>
          <p:cNvSpPr txBox="1"/>
          <p:nvPr/>
        </p:nvSpPr>
        <p:spPr>
          <a:xfrm>
            <a:off x="-199613" y="2493225"/>
            <a:ext cx="5026742" cy="2123658"/>
          </a:xfrm>
          <a:prstGeom prst="rect">
            <a:avLst/>
          </a:prstGeom>
          <a:noFill/>
        </p:spPr>
        <p:txBody>
          <a:bodyPr wrap="square">
            <a:spAutoFit/>
          </a:bodyPr>
          <a:lstStyle/>
          <a:p>
            <a:pPr algn="ctr"/>
            <a:r>
              <a:rPr lang="en-US" sz="1200" dirty="0"/>
              <a:t>HTTP Request</a:t>
            </a:r>
            <a:br>
              <a:rPr lang="en-US" sz="1200" dirty="0"/>
            </a:br>
            <a:r>
              <a:rPr lang="en-US" sz="1200" dirty="0"/>
              <a:t>↓</a:t>
            </a:r>
            <a:br>
              <a:rPr lang="en-US" sz="1200" dirty="0"/>
            </a:br>
            <a:r>
              <a:rPr lang="en-US" sz="1200" dirty="0"/>
              <a:t>Middleware A</a:t>
            </a:r>
            <a:br>
              <a:rPr lang="en-US" sz="1200" dirty="0"/>
            </a:br>
            <a:r>
              <a:rPr lang="en-US" sz="1200" dirty="0"/>
              <a:t>↓</a:t>
            </a:r>
            <a:br>
              <a:rPr lang="en-US" sz="1200" dirty="0"/>
            </a:br>
            <a:r>
              <a:rPr lang="en-US" sz="1200" dirty="0"/>
              <a:t>Middleware B</a:t>
            </a:r>
            <a:br>
              <a:rPr lang="en-US" sz="1200" dirty="0"/>
            </a:br>
            <a:r>
              <a:rPr lang="en-US" sz="1200" dirty="0"/>
              <a:t>↓</a:t>
            </a:r>
            <a:br>
              <a:rPr lang="en-US" sz="1200" dirty="0"/>
            </a:br>
            <a:r>
              <a:rPr lang="en-US" sz="1200" dirty="0"/>
              <a:t>Middleware C</a:t>
            </a:r>
            <a:br>
              <a:rPr lang="en-US" sz="1200" dirty="0"/>
            </a:br>
            <a:r>
              <a:rPr lang="en-US" sz="1200" dirty="0"/>
              <a:t>↓</a:t>
            </a:r>
            <a:br>
              <a:rPr lang="en-US" sz="1200" dirty="0"/>
            </a:br>
            <a:r>
              <a:rPr lang="en-US" sz="1200" dirty="0"/>
              <a:t>Endpoint (Controller/API)</a:t>
            </a:r>
            <a:br>
              <a:rPr lang="en-US" sz="1200" dirty="0"/>
            </a:br>
            <a:r>
              <a:rPr lang="en-US" sz="1200" dirty="0"/>
              <a:t>↑</a:t>
            </a:r>
            <a:br>
              <a:rPr lang="en-US" sz="1200" dirty="0"/>
            </a:br>
            <a:r>
              <a:rPr lang="en-US" sz="1200" dirty="0"/>
              <a:t>Response travels back through middleware</a:t>
            </a:r>
          </a:p>
        </p:txBody>
      </p:sp>
      <p:sp>
        <p:nvSpPr>
          <p:cNvPr id="6" name="TextBox 5">
            <a:extLst>
              <a:ext uri="{FF2B5EF4-FFF2-40B4-BE49-F238E27FC236}">
                <a16:creationId xmlns:a16="http://schemas.microsoft.com/office/drawing/2014/main" id="{11EC9AA6-A565-0467-92F8-190A08037371}"/>
              </a:ext>
            </a:extLst>
          </p:cNvPr>
          <p:cNvSpPr txBox="1"/>
          <p:nvPr/>
        </p:nvSpPr>
        <p:spPr>
          <a:xfrm>
            <a:off x="1262156" y="1453474"/>
            <a:ext cx="6803536" cy="461665"/>
          </a:xfrm>
          <a:prstGeom prst="rect">
            <a:avLst/>
          </a:prstGeom>
          <a:noFill/>
        </p:spPr>
        <p:txBody>
          <a:bodyPr wrap="square" rtlCol="0">
            <a:spAutoFit/>
          </a:bodyPr>
          <a:lstStyle/>
          <a:p>
            <a:r>
              <a:rPr lang="en-US" sz="1200" dirty="0"/>
              <a:t>Middleware sits in the HTTP request pipeline and may inspect the request, modify the request, stop the request entirely, call other middleware, or inspect or modify the response on the way back out.</a:t>
            </a:r>
          </a:p>
        </p:txBody>
      </p:sp>
      <p:sp>
        <p:nvSpPr>
          <p:cNvPr id="8" name="TextBox 7">
            <a:extLst>
              <a:ext uri="{FF2B5EF4-FFF2-40B4-BE49-F238E27FC236}">
                <a16:creationId xmlns:a16="http://schemas.microsoft.com/office/drawing/2014/main" id="{A24E1E3E-5D86-2522-CE0C-E4B1D8FF28E3}"/>
              </a:ext>
            </a:extLst>
          </p:cNvPr>
          <p:cNvSpPr txBox="1"/>
          <p:nvPr/>
        </p:nvSpPr>
        <p:spPr>
          <a:xfrm>
            <a:off x="4478340" y="2412574"/>
            <a:ext cx="4246306" cy="2492990"/>
          </a:xfrm>
          <a:prstGeom prst="rect">
            <a:avLst/>
          </a:prstGeom>
          <a:noFill/>
        </p:spPr>
        <p:txBody>
          <a:bodyPr wrap="square">
            <a:spAutoFit/>
          </a:bodyPr>
          <a:lstStyle/>
          <a:p>
            <a:r>
              <a:rPr lang="en-US" sz="1200" dirty="0"/>
              <a:t>var builder = </a:t>
            </a:r>
            <a:r>
              <a:rPr lang="en-US" sz="1200" dirty="0" err="1"/>
              <a:t>WebApplication.CreateBuilder</a:t>
            </a:r>
            <a:r>
              <a:rPr lang="en-US" sz="1200" dirty="0"/>
              <a:t>(</a:t>
            </a:r>
            <a:r>
              <a:rPr lang="en-US" sz="1200" dirty="0" err="1"/>
              <a:t>args</a:t>
            </a:r>
            <a:r>
              <a:rPr lang="en-US" sz="1200" dirty="0"/>
              <a:t>);</a:t>
            </a:r>
          </a:p>
          <a:p>
            <a:endParaRPr lang="en-US" sz="1200" dirty="0"/>
          </a:p>
          <a:p>
            <a:r>
              <a:rPr lang="en-US" sz="1200" dirty="0"/>
              <a:t>var app = </a:t>
            </a:r>
            <a:r>
              <a:rPr lang="en-US" sz="1200" dirty="0" err="1"/>
              <a:t>builder.Build</a:t>
            </a:r>
            <a:r>
              <a:rPr lang="en-US" sz="1200" dirty="0"/>
              <a:t>();</a:t>
            </a:r>
          </a:p>
          <a:p>
            <a:endParaRPr lang="en-US" sz="1200" dirty="0"/>
          </a:p>
          <a:p>
            <a:r>
              <a:rPr lang="en-US" sz="1200" dirty="0" err="1"/>
              <a:t>app.UseHttpsRedirection</a:t>
            </a:r>
            <a:r>
              <a:rPr lang="en-US" sz="1200" dirty="0"/>
              <a:t>();</a:t>
            </a:r>
          </a:p>
          <a:p>
            <a:endParaRPr lang="en-US" sz="1200" dirty="0"/>
          </a:p>
          <a:p>
            <a:r>
              <a:rPr lang="en-US" sz="1200" dirty="0" err="1"/>
              <a:t>app.UseAuthentication</a:t>
            </a:r>
            <a:r>
              <a:rPr lang="en-US" sz="1200" dirty="0"/>
              <a:t>();</a:t>
            </a:r>
          </a:p>
          <a:p>
            <a:endParaRPr lang="en-US" sz="1200" dirty="0"/>
          </a:p>
          <a:p>
            <a:r>
              <a:rPr lang="en-US" sz="1200" dirty="0" err="1"/>
              <a:t>app.UseAuthorization</a:t>
            </a:r>
            <a:r>
              <a:rPr lang="en-US" sz="1200" dirty="0"/>
              <a:t>();</a:t>
            </a:r>
          </a:p>
          <a:p>
            <a:endParaRPr lang="en-US" sz="1200" dirty="0"/>
          </a:p>
          <a:p>
            <a:r>
              <a:rPr lang="en-US" sz="1200" dirty="0" err="1"/>
              <a:t>app.MapControllers</a:t>
            </a:r>
            <a:r>
              <a:rPr lang="en-US" sz="1200" dirty="0"/>
              <a:t>();</a:t>
            </a:r>
          </a:p>
          <a:p>
            <a:endParaRPr lang="en-US" sz="1200" dirty="0"/>
          </a:p>
          <a:p>
            <a:r>
              <a:rPr lang="en-US" sz="1200" dirty="0" err="1"/>
              <a:t>app.Run</a:t>
            </a:r>
            <a:r>
              <a:rPr lang="en-US" sz="1200" dirty="0"/>
              <a:t>();</a:t>
            </a:r>
          </a:p>
        </p:txBody>
      </p:sp>
    </p:spTree>
    <p:extLst>
      <p:ext uri="{BB962C8B-B14F-4D97-AF65-F5344CB8AC3E}">
        <p14:creationId xmlns:p14="http://schemas.microsoft.com/office/powerpoint/2010/main" val="2799830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A1D0E13-69D1-8866-0673-1AB780FA6DD9}"/>
              </a:ext>
            </a:extLst>
          </p:cNvPr>
          <p:cNvSpPr>
            <a:spLocks noGrp="1"/>
          </p:cNvSpPr>
          <p:nvPr>
            <p:ph type="title"/>
          </p:nvPr>
        </p:nvSpPr>
        <p:spPr/>
        <p:txBody>
          <a:bodyPr/>
          <a:lstStyle/>
          <a:p>
            <a:r>
              <a:rPr lang="en-US" dirty="0"/>
              <a:t>Direct SQL Queries with EF Core</a:t>
            </a:r>
          </a:p>
        </p:txBody>
      </p:sp>
      <p:pic>
        <p:nvPicPr>
          <p:cNvPr id="5" name="Picture 4">
            <a:extLst>
              <a:ext uri="{FF2B5EF4-FFF2-40B4-BE49-F238E27FC236}">
                <a16:creationId xmlns:a16="http://schemas.microsoft.com/office/drawing/2014/main" id="{4CDF2F9A-03F6-4F30-D361-83F0B9679C86}"/>
              </a:ext>
            </a:extLst>
          </p:cNvPr>
          <p:cNvPicPr>
            <a:picLocks noChangeAspect="1"/>
          </p:cNvPicPr>
          <p:nvPr/>
        </p:nvPicPr>
        <p:blipFill>
          <a:blip r:embed="rId2"/>
          <a:stretch>
            <a:fillRect/>
          </a:stretch>
        </p:blipFill>
        <p:spPr>
          <a:xfrm>
            <a:off x="2589391" y="1535390"/>
            <a:ext cx="3984368" cy="1145794"/>
          </a:xfrm>
          <a:prstGeom prst="rect">
            <a:avLst/>
          </a:prstGeom>
        </p:spPr>
      </p:pic>
      <p:pic>
        <p:nvPicPr>
          <p:cNvPr id="7" name="Picture 6">
            <a:extLst>
              <a:ext uri="{FF2B5EF4-FFF2-40B4-BE49-F238E27FC236}">
                <a16:creationId xmlns:a16="http://schemas.microsoft.com/office/drawing/2014/main" id="{2A187B91-0187-C0E5-5EC6-C0DFC9466C46}"/>
              </a:ext>
            </a:extLst>
          </p:cNvPr>
          <p:cNvPicPr>
            <a:picLocks noChangeAspect="1"/>
          </p:cNvPicPr>
          <p:nvPr/>
        </p:nvPicPr>
        <p:blipFill>
          <a:blip r:embed="rId3"/>
          <a:stretch>
            <a:fillRect/>
          </a:stretch>
        </p:blipFill>
        <p:spPr>
          <a:xfrm>
            <a:off x="2253949" y="3602050"/>
            <a:ext cx="4636102" cy="760017"/>
          </a:xfrm>
          <a:prstGeom prst="rect">
            <a:avLst/>
          </a:prstGeom>
        </p:spPr>
      </p:pic>
      <p:sp>
        <p:nvSpPr>
          <p:cNvPr id="8" name="TextBox 7">
            <a:extLst>
              <a:ext uri="{FF2B5EF4-FFF2-40B4-BE49-F238E27FC236}">
                <a16:creationId xmlns:a16="http://schemas.microsoft.com/office/drawing/2014/main" id="{FF551E10-15EF-9828-441C-AA3EACEF2787}"/>
              </a:ext>
            </a:extLst>
          </p:cNvPr>
          <p:cNvSpPr txBox="1"/>
          <p:nvPr/>
        </p:nvSpPr>
        <p:spPr>
          <a:xfrm>
            <a:off x="1887087" y="3091073"/>
            <a:ext cx="5388976" cy="369332"/>
          </a:xfrm>
          <a:prstGeom prst="rect">
            <a:avLst/>
          </a:prstGeom>
          <a:noFill/>
        </p:spPr>
        <p:txBody>
          <a:bodyPr wrap="none" rtlCol="0">
            <a:spAutoFit/>
          </a:bodyPr>
          <a:lstStyle/>
          <a:p>
            <a:r>
              <a:rPr lang="en-US" dirty="0"/>
              <a:t>You can also launch stored procedures that return data:</a:t>
            </a:r>
          </a:p>
        </p:txBody>
      </p:sp>
    </p:spTree>
    <p:extLst>
      <p:ext uri="{BB962C8B-B14F-4D97-AF65-F5344CB8AC3E}">
        <p14:creationId xmlns:p14="http://schemas.microsoft.com/office/powerpoint/2010/main" val="869769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AC4DDB-E9AA-B4F7-861B-87DD37ED0F4E}"/>
              </a:ext>
            </a:extLst>
          </p:cNvPr>
          <p:cNvSpPr>
            <a:spLocks noGrp="1"/>
          </p:cNvSpPr>
          <p:nvPr>
            <p:ph type="title"/>
          </p:nvPr>
        </p:nvSpPr>
        <p:spPr/>
        <p:txBody>
          <a:bodyPr/>
          <a:lstStyle/>
          <a:p>
            <a:r>
              <a:rPr lang="en-US" dirty="0"/>
              <a:t>Change Tracking</a:t>
            </a:r>
          </a:p>
        </p:txBody>
      </p:sp>
      <p:pic>
        <p:nvPicPr>
          <p:cNvPr id="5" name="Picture 4">
            <a:extLst>
              <a:ext uri="{FF2B5EF4-FFF2-40B4-BE49-F238E27FC236}">
                <a16:creationId xmlns:a16="http://schemas.microsoft.com/office/drawing/2014/main" id="{089F2091-7D6B-BFC6-1C60-2B23610CEE41}"/>
              </a:ext>
            </a:extLst>
          </p:cNvPr>
          <p:cNvPicPr>
            <a:picLocks noChangeAspect="1"/>
          </p:cNvPicPr>
          <p:nvPr/>
        </p:nvPicPr>
        <p:blipFill>
          <a:blip r:embed="rId2"/>
          <a:stretch>
            <a:fillRect/>
          </a:stretch>
        </p:blipFill>
        <p:spPr>
          <a:xfrm>
            <a:off x="1299754" y="2041772"/>
            <a:ext cx="6563641" cy="1590897"/>
          </a:xfrm>
          <a:prstGeom prst="rect">
            <a:avLst/>
          </a:prstGeom>
        </p:spPr>
      </p:pic>
      <p:sp>
        <p:nvSpPr>
          <p:cNvPr id="6" name="TextBox 5">
            <a:extLst>
              <a:ext uri="{FF2B5EF4-FFF2-40B4-BE49-F238E27FC236}">
                <a16:creationId xmlns:a16="http://schemas.microsoft.com/office/drawing/2014/main" id="{A35FFA25-6869-AC3B-774A-9A163E6192F4}"/>
              </a:ext>
            </a:extLst>
          </p:cNvPr>
          <p:cNvSpPr txBox="1"/>
          <p:nvPr/>
        </p:nvSpPr>
        <p:spPr>
          <a:xfrm>
            <a:off x="1299754" y="1672440"/>
            <a:ext cx="728084" cy="369332"/>
          </a:xfrm>
          <a:prstGeom prst="rect">
            <a:avLst/>
          </a:prstGeom>
          <a:noFill/>
        </p:spPr>
        <p:txBody>
          <a:bodyPr wrap="none" rtlCol="0">
            <a:spAutoFit/>
          </a:bodyPr>
          <a:lstStyle/>
          <a:p>
            <a:r>
              <a:rPr lang="en-US" dirty="0"/>
              <a:t>Repo:</a:t>
            </a:r>
          </a:p>
        </p:txBody>
      </p:sp>
    </p:spTree>
    <p:extLst>
      <p:ext uri="{BB962C8B-B14F-4D97-AF65-F5344CB8AC3E}">
        <p14:creationId xmlns:p14="http://schemas.microsoft.com/office/powerpoint/2010/main" val="240699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5EEB698-1BAB-4F9D-FB97-9896A173E83E}"/>
              </a:ext>
            </a:extLst>
          </p:cNvPr>
          <p:cNvSpPr>
            <a:spLocks noGrp="1"/>
          </p:cNvSpPr>
          <p:nvPr>
            <p:ph type="title"/>
          </p:nvPr>
        </p:nvSpPr>
        <p:spPr/>
        <p:txBody>
          <a:bodyPr/>
          <a:lstStyle/>
          <a:p>
            <a:r>
              <a:rPr lang="en-US" dirty="0"/>
              <a:t>EF Core Data Annotations</a:t>
            </a:r>
          </a:p>
        </p:txBody>
      </p:sp>
      <p:pic>
        <p:nvPicPr>
          <p:cNvPr id="5" name="Picture 4">
            <a:extLst>
              <a:ext uri="{FF2B5EF4-FFF2-40B4-BE49-F238E27FC236}">
                <a16:creationId xmlns:a16="http://schemas.microsoft.com/office/drawing/2014/main" id="{C3A99C2D-B489-F44B-B6AE-6393CB29A60B}"/>
              </a:ext>
            </a:extLst>
          </p:cNvPr>
          <p:cNvPicPr>
            <a:picLocks noChangeAspect="1"/>
          </p:cNvPicPr>
          <p:nvPr/>
        </p:nvPicPr>
        <p:blipFill>
          <a:blip r:embed="rId2"/>
          <a:stretch>
            <a:fillRect/>
          </a:stretch>
        </p:blipFill>
        <p:spPr>
          <a:xfrm>
            <a:off x="997961" y="1605310"/>
            <a:ext cx="2499809" cy="3486765"/>
          </a:xfrm>
          <a:prstGeom prst="rect">
            <a:avLst/>
          </a:prstGeom>
        </p:spPr>
      </p:pic>
      <p:sp>
        <p:nvSpPr>
          <p:cNvPr id="6" name="TextBox 5">
            <a:extLst>
              <a:ext uri="{FF2B5EF4-FFF2-40B4-BE49-F238E27FC236}">
                <a16:creationId xmlns:a16="http://schemas.microsoft.com/office/drawing/2014/main" id="{F386279D-AFA8-41E9-7A50-190DA057E526}"/>
              </a:ext>
            </a:extLst>
          </p:cNvPr>
          <p:cNvSpPr txBox="1"/>
          <p:nvPr/>
        </p:nvSpPr>
        <p:spPr>
          <a:xfrm>
            <a:off x="3736492" y="2455801"/>
            <a:ext cx="4114800" cy="1754326"/>
          </a:xfrm>
          <a:prstGeom prst="rect">
            <a:avLst/>
          </a:prstGeom>
          <a:noFill/>
        </p:spPr>
        <p:txBody>
          <a:bodyPr wrap="square" rtlCol="0">
            <a:spAutoFit/>
          </a:bodyPr>
          <a:lstStyle/>
          <a:p>
            <a:r>
              <a:rPr lang="en-US" dirty="0"/>
              <a:t>Data Annotations allow us to declaratively set conditions on fields that will apply during migrations</a:t>
            </a:r>
          </a:p>
          <a:p>
            <a:endParaRPr lang="en-US" dirty="0"/>
          </a:p>
          <a:p>
            <a:r>
              <a:rPr lang="en-US" dirty="0"/>
              <a:t>This is NOT a complete list of all annotations, only common ones</a:t>
            </a:r>
          </a:p>
        </p:txBody>
      </p:sp>
      <p:sp>
        <p:nvSpPr>
          <p:cNvPr id="7" name="TextBox 6">
            <a:extLst>
              <a:ext uri="{FF2B5EF4-FFF2-40B4-BE49-F238E27FC236}">
                <a16:creationId xmlns:a16="http://schemas.microsoft.com/office/drawing/2014/main" id="{89F16849-56BF-321F-F9E7-552A33AD68DA}"/>
              </a:ext>
            </a:extLst>
          </p:cNvPr>
          <p:cNvSpPr txBox="1"/>
          <p:nvPr/>
        </p:nvSpPr>
        <p:spPr>
          <a:xfrm>
            <a:off x="909719" y="1337319"/>
            <a:ext cx="821059" cy="369332"/>
          </a:xfrm>
          <a:prstGeom prst="rect">
            <a:avLst/>
          </a:prstGeom>
          <a:noFill/>
        </p:spPr>
        <p:txBody>
          <a:bodyPr wrap="none" rtlCol="0">
            <a:spAutoFit/>
          </a:bodyPr>
          <a:lstStyle/>
          <a:p>
            <a:r>
              <a:rPr lang="en-US" dirty="0"/>
              <a:t>Model:</a:t>
            </a:r>
          </a:p>
        </p:txBody>
      </p:sp>
    </p:spTree>
    <p:extLst>
      <p:ext uri="{BB962C8B-B14F-4D97-AF65-F5344CB8AC3E}">
        <p14:creationId xmlns:p14="http://schemas.microsoft.com/office/powerpoint/2010/main" val="38979799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F77A5-0BB7-34E0-7058-AFEDA5588AC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BD08787-2BC2-86AD-37C3-E215C6FF12C5}"/>
              </a:ext>
            </a:extLst>
          </p:cNvPr>
          <p:cNvSpPr>
            <a:spLocks noGrp="1"/>
          </p:cNvSpPr>
          <p:nvPr>
            <p:ph type="title"/>
          </p:nvPr>
        </p:nvSpPr>
        <p:spPr/>
        <p:txBody>
          <a:bodyPr/>
          <a:lstStyle/>
          <a:p>
            <a:r>
              <a:rPr lang="en-US" dirty="0"/>
              <a:t>Data Annotations – Relationships &amp; Navigation Properties</a:t>
            </a:r>
          </a:p>
        </p:txBody>
      </p:sp>
      <p:pic>
        <p:nvPicPr>
          <p:cNvPr id="5" name="Picture 4">
            <a:extLst>
              <a:ext uri="{FF2B5EF4-FFF2-40B4-BE49-F238E27FC236}">
                <a16:creationId xmlns:a16="http://schemas.microsoft.com/office/drawing/2014/main" id="{B14C66B3-2326-3182-DD63-6560847AD302}"/>
              </a:ext>
            </a:extLst>
          </p:cNvPr>
          <p:cNvPicPr>
            <a:picLocks noChangeAspect="1"/>
          </p:cNvPicPr>
          <p:nvPr/>
        </p:nvPicPr>
        <p:blipFill>
          <a:blip r:embed="rId2"/>
          <a:stretch>
            <a:fillRect/>
          </a:stretch>
        </p:blipFill>
        <p:spPr>
          <a:xfrm>
            <a:off x="1381185" y="1907456"/>
            <a:ext cx="2217421" cy="3092887"/>
          </a:xfrm>
          <a:prstGeom prst="rect">
            <a:avLst/>
          </a:prstGeom>
        </p:spPr>
      </p:pic>
      <p:pic>
        <p:nvPicPr>
          <p:cNvPr id="4" name="Picture 3">
            <a:extLst>
              <a:ext uri="{FF2B5EF4-FFF2-40B4-BE49-F238E27FC236}">
                <a16:creationId xmlns:a16="http://schemas.microsoft.com/office/drawing/2014/main" id="{DEDEA23C-1D4C-7DB2-2828-0F8C8FD40EBB}"/>
              </a:ext>
            </a:extLst>
          </p:cNvPr>
          <p:cNvPicPr>
            <a:picLocks noChangeAspect="1"/>
          </p:cNvPicPr>
          <p:nvPr/>
        </p:nvPicPr>
        <p:blipFill>
          <a:blip r:embed="rId3"/>
          <a:stretch>
            <a:fillRect/>
          </a:stretch>
        </p:blipFill>
        <p:spPr>
          <a:xfrm>
            <a:off x="4034243" y="1907456"/>
            <a:ext cx="3847676" cy="3056187"/>
          </a:xfrm>
          <a:prstGeom prst="rect">
            <a:avLst/>
          </a:prstGeom>
        </p:spPr>
      </p:pic>
      <p:sp>
        <p:nvSpPr>
          <p:cNvPr id="7" name="TextBox 6">
            <a:extLst>
              <a:ext uri="{FF2B5EF4-FFF2-40B4-BE49-F238E27FC236}">
                <a16:creationId xmlns:a16="http://schemas.microsoft.com/office/drawing/2014/main" id="{0AA9E76E-201D-3A66-E7F6-3E0CBE1FB397}"/>
              </a:ext>
            </a:extLst>
          </p:cNvPr>
          <p:cNvSpPr txBox="1"/>
          <p:nvPr/>
        </p:nvSpPr>
        <p:spPr>
          <a:xfrm>
            <a:off x="3197269" y="1412545"/>
            <a:ext cx="2321854" cy="369332"/>
          </a:xfrm>
          <a:prstGeom prst="rect">
            <a:avLst/>
          </a:prstGeom>
          <a:noFill/>
        </p:spPr>
        <p:txBody>
          <a:bodyPr wrap="none" rtlCol="0">
            <a:spAutoFit/>
          </a:bodyPr>
          <a:lstStyle/>
          <a:p>
            <a:r>
              <a:rPr lang="en-US" dirty="0"/>
              <a:t>1 to many relationship:</a:t>
            </a:r>
          </a:p>
        </p:txBody>
      </p:sp>
    </p:spTree>
    <p:extLst>
      <p:ext uri="{BB962C8B-B14F-4D97-AF65-F5344CB8AC3E}">
        <p14:creationId xmlns:p14="http://schemas.microsoft.com/office/powerpoint/2010/main" val="31501806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A042A-ADB4-E83C-9592-E50CBFBF8F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8D1B0D7-4D08-4965-85B2-8A3C492F559C}"/>
              </a:ext>
            </a:extLst>
          </p:cNvPr>
          <p:cNvSpPr>
            <a:spLocks noGrp="1"/>
          </p:cNvSpPr>
          <p:nvPr>
            <p:ph type="title"/>
          </p:nvPr>
        </p:nvSpPr>
        <p:spPr/>
        <p:txBody>
          <a:bodyPr/>
          <a:lstStyle/>
          <a:p>
            <a:r>
              <a:rPr lang="en-US" dirty="0"/>
              <a:t>Data Annotations – Relationships &amp; Navigation Properties</a:t>
            </a:r>
          </a:p>
        </p:txBody>
      </p:sp>
      <p:pic>
        <p:nvPicPr>
          <p:cNvPr id="5" name="Picture 4">
            <a:extLst>
              <a:ext uri="{FF2B5EF4-FFF2-40B4-BE49-F238E27FC236}">
                <a16:creationId xmlns:a16="http://schemas.microsoft.com/office/drawing/2014/main" id="{E164D611-34D1-1AD6-E56E-00A8EF336304}"/>
              </a:ext>
            </a:extLst>
          </p:cNvPr>
          <p:cNvPicPr>
            <a:picLocks noChangeAspect="1"/>
          </p:cNvPicPr>
          <p:nvPr/>
        </p:nvPicPr>
        <p:blipFill>
          <a:blip r:embed="rId2"/>
          <a:stretch>
            <a:fillRect/>
          </a:stretch>
        </p:blipFill>
        <p:spPr>
          <a:xfrm>
            <a:off x="506114" y="1995946"/>
            <a:ext cx="2217421" cy="3092887"/>
          </a:xfrm>
          <a:prstGeom prst="rect">
            <a:avLst/>
          </a:prstGeom>
        </p:spPr>
      </p:pic>
      <p:sp>
        <p:nvSpPr>
          <p:cNvPr id="7" name="TextBox 6">
            <a:extLst>
              <a:ext uri="{FF2B5EF4-FFF2-40B4-BE49-F238E27FC236}">
                <a16:creationId xmlns:a16="http://schemas.microsoft.com/office/drawing/2014/main" id="{C9AA51F4-CE01-4B37-EBDD-7D511D50D5A0}"/>
              </a:ext>
            </a:extLst>
          </p:cNvPr>
          <p:cNvSpPr txBox="1"/>
          <p:nvPr/>
        </p:nvSpPr>
        <p:spPr>
          <a:xfrm>
            <a:off x="1056280" y="1338009"/>
            <a:ext cx="6866742" cy="646331"/>
          </a:xfrm>
          <a:prstGeom prst="rect">
            <a:avLst/>
          </a:prstGeom>
          <a:noFill/>
        </p:spPr>
        <p:txBody>
          <a:bodyPr wrap="square" rtlCol="0">
            <a:spAutoFit/>
          </a:bodyPr>
          <a:lstStyle/>
          <a:p>
            <a:r>
              <a:rPr lang="en-US" sz="1200" dirty="0"/>
              <a:t>many to many relationship (with manual junction table – when inserting records you must create junction table record manually to link records; use when you have fields on the junction table itself outside of the IDs):</a:t>
            </a:r>
          </a:p>
        </p:txBody>
      </p:sp>
      <p:pic>
        <p:nvPicPr>
          <p:cNvPr id="6" name="Picture 5">
            <a:extLst>
              <a:ext uri="{FF2B5EF4-FFF2-40B4-BE49-F238E27FC236}">
                <a16:creationId xmlns:a16="http://schemas.microsoft.com/office/drawing/2014/main" id="{55E13BB0-2517-1559-A42D-FF3B67993181}"/>
              </a:ext>
            </a:extLst>
          </p:cNvPr>
          <p:cNvPicPr>
            <a:picLocks noChangeAspect="1"/>
          </p:cNvPicPr>
          <p:nvPr/>
        </p:nvPicPr>
        <p:blipFill>
          <a:blip r:embed="rId3"/>
          <a:stretch>
            <a:fillRect/>
          </a:stretch>
        </p:blipFill>
        <p:spPr>
          <a:xfrm>
            <a:off x="3038702" y="2142873"/>
            <a:ext cx="2521440" cy="1984226"/>
          </a:xfrm>
          <a:prstGeom prst="rect">
            <a:avLst/>
          </a:prstGeom>
        </p:spPr>
      </p:pic>
      <p:pic>
        <p:nvPicPr>
          <p:cNvPr id="9" name="Picture 8">
            <a:extLst>
              <a:ext uri="{FF2B5EF4-FFF2-40B4-BE49-F238E27FC236}">
                <a16:creationId xmlns:a16="http://schemas.microsoft.com/office/drawing/2014/main" id="{D970ACA4-7883-8A62-DFCA-29608FC3CD28}"/>
              </a:ext>
            </a:extLst>
          </p:cNvPr>
          <p:cNvPicPr>
            <a:picLocks noChangeAspect="1"/>
          </p:cNvPicPr>
          <p:nvPr/>
        </p:nvPicPr>
        <p:blipFill>
          <a:blip r:embed="rId4"/>
          <a:stretch>
            <a:fillRect/>
          </a:stretch>
        </p:blipFill>
        <p:spPr>
          <a:xfrm>
            <a:off x="5748285" y="2180195"/>
            <a:ext cx="2889601" cy="1597331"/>
          </a:xfrm>
          <a:prstGeom prst="rect">
            <a:avLst/>
          </a:prstGeom>
        </p:spPr>
      </p:pic>
      <p:sp>
        <p:nvSpPr>
          <p:cNvPr id="12" name="TextBox 11">
            <a:extLst>
              <a:ext uri="{FF2B5EF4-FFF2-40B4-BE49-F238E27FC236}">
                <a16:creationId xmlns:a16="http://schemas.microsoft.com/office/drawing/2014/main" id="{51A68E70-1C39-4C73-5728-4D98FC83AE21}"/>
              </a:ext>
            </a:extLst>
          </p:cNvPr>
          <p:cNvSpPr txBox="1"/>
          <p:nvPr/>
        </p:nvSpPr>
        <p:spPr>
          <a:xfrm>
            <a:off x="3668823" y="4122159"/>
            <a:ext cx="1984518" cy="276999"/>
          </a:xfrm>
          <a:prstGeom prst="rect">
            <a:avLst/>
          </a:prstGeom>
          <a:noFill/>
        </p:spPr>
        <p:txBody>
          <a:bodyPr wrap="none" rtlCol="0">
            <a:spAutoFit/>
          </a:bodyPr>
          <a:lstStyle/>
          <a:p>
            <a:r>
              <a:rPr lang="en-US" sz="1200" dirty="0"/>
              <a:t>Composite key via fluent </a:t>
            </a:r>
            <a:r>
              <a:rPr lang="en-US" sz="1200" dirty="0" err="1"/>
              <a:t>api</a:t>
            </a:r>
            <a:r>
              <a:rPr lang="en-US" sz="1200" dirty="0"/>
              <a:t>:</a:t>
            </a:r>
          </a:p>
        </p:txBody>
      </p:sp>
      <p:pic>
        <p:nvPicPr>
          <p:cNvPr id="14" name="Picture 13">
            <a:extLst>
              <a:ext uri="{FF2B5EF4-FFF2-40B4-BE49-F238E27FC236}">
                <a16:creationId xmlns:a16="http://schemas.microsoft.com/office/drawing/2014/main" id="{51F3004C-251B-C67D-B5D4-88949A523D57}"/>
              </a:ext>
            </a:extLst>
          </p:cNvPr>
          <p:cNvPicPr>
            <a:picLocks noChangeAspect="1"/>
          </p:cNvPicPr>
          <p:nvPr/>
        </p:nvPicPr>
        <p:blipFill>
          <a:blip r:embed="rId5"/>
          <a:stretch>
            <a:fillRect/>
          </a:stretch>
        </p:blipFill>
        <p:spPr>
          <a:xfrm>
            <a:off x="3784026" y="4424995"/>
            <a:ext cx="2358551" cy="718409"/>
          </a:xfrm>
          <a:prstGeom prst="rect">
            <a:avLst/>
          </a:prstGeom>
        </p:spPr>
      </p:pic>
    </p:spTree>
    <p:extLst>
      <p:ext uri="{BB962C8B-B14F-4D97-AF65-F5344CB8AC3E}">
        <p14:creationId xmlns:p14="http://schemas.microsoft.com/office/powerpoint/2010/main" val="2203873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F4F62-0BA9-F0D4-D3CA-246E597A6B9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C789D0D-C258-140F-C009-B6AC9392F500}"/>
              </a:ext>
            </a:extLst>
          </p:cNvPr>
          <p:cNvSpPr>
            <a:spLocks noGrp="1"/>
          </p:cNvSpPr>
          <p:nvPr>
            <p:ph type="title"/>
          </p:nvPr>
        </p:nvSpPr>
        <p:spPr/>
        <p:txBody>
          <a:bodyPr/>
          <a:lstStyle/>
          <a:p>
            <a:r>
              <a:rPr lang="en-US" dirty="0"/>
              <a:t>Data Annotations – Relationships &amp; Navigation Properties</a:t>
            </a:r>
          </a:p>
        </p:txBody>
      </p:sp>
      <p:sp>
        <p:nvSpPr>
          <p:cNvPr id="7" name="TextBox 6">
            <a:extLst>
              <a:ext uri="{FF2B5EF4-FFF2-40B4-BE49-F238E27FC236}">
                <a16:creationId xmlns:a16="http://schemas.microsoft.com/office/drawing/2014/main" id="{39051433-93DF-D864-2F05-3EAA68EE61C6}"/>
              </a:ext>
            </a:extLst>
          </p:cNvPr>
          <p:cNvSpPr txBox="1"/>
          <p:nvPr/>
        </p:nvSpPr>
        <p:spPr>
          <a:xfrm>
            <a:off x="2030854" y="1420762"/>
            <a:ext cx="5082291" cy="584775"/>
          </a:xfrm>
          <a:prstGeom prst="rect">
            <a:avLst/>
          </a:prstGeom>
          <a:noFill/>
        </p:spPr>
        <p:txBody>
          <a:bodyPr wrap="square" rtlCol="0">
            <a:spAutoFit/>
          </a:bodyPr>
          <a:lstStyle/>
          <a:p>
            <a:r>
              <a:rPr lang="en-US" sz="1600" dirty="0"/>
              <a:t>many to many relationship (with implicit junction table – no need to manually create junction table records):</a:t>
            </a:r>
          </a:p>
        </p:txBody>
      </p:sp>
      <p:pic>
        <p:nvPicPr>
          <p:cNvPr id="4" name="Picture 3">
            <a:extLst>
              <a:ext uri="{FF2B5EF4-FFF2-40B4-BE49-F238E27FC236}">
                <a16:creationId xmlns:a16="http://schemas.microsoft.com/office/drawing/2014/main" id="{6D5E5A83-3D2B-F670-4443-0F32B1EC264A}"/>
              </a:ext>
            </a:extLst>
          </p:cNvPr>
          <p:cNvPicPr>
            <a:picLocks noChangeAspect="1"/>
          </p:cNvPicPr>
          <p:nvPr/>
        </p:nvPicPr>
        <p:blipFill>
          <a:blip r:embed="rId2"/>
          <a:stretch>
            <a:fillRect/>
          </a:stretch>
        </p:blipFill>
        <p:spPr>
          <a:xfrm>
            <a:off x="644196" y="2254333"/>
            <a:ext cx="3391947" cy="2485269"/>
          </a:xfrm>
          <a:prstGeom prst="rect">
            <a:avLst/>
          </a:prstGeom>
        </p:spPr>
      </p:pic>
      <p:pic>
        <p:nvPicPr>
          <p:cNvPr id="10" name="Picture 9">
            <a:extLst>
              <a:ext uri="{FF2B5EF4-FFF2-40B4-BE49-F238E27FC236}">
                <a16:creationId xmlns:a16="http://schemas.microsoft.com/office/drawing/2014/main" id="{3A7E6DB9-8F0F-DF31-B8C7-ED6597882FC4}"/>
              </a:ext>
            </a:extLst>
          </p:cNvPr>
          <p:cNvPicPr>
            <a:picLocks noChangeAspect="1"/>
          </p:cNvPicPr>
          <p:nvPr/>
        </p:nvPicPr>
        <p:blipFill>
          <a:blip r:embed="rId3"/>
          <a:stretch>
            <a:fillRect/>
          </a:stretch>
        </p:blipFill>
        <p:spPr>
          <a:xfrm>
            <a:off x="4708500" y="2751505"/>
            <a:ext cx="3296110" cy="1238423"/>
          </a:xfrm>
          <a:prstGeom prst="rect">
            <a:avLst/>
          </a:prstGeom>
        </p:spPr>
      </p:pic>
    </p:spTree>
    <p:extLst>
      <p:ext uri="{BB962C8B-B14F-4D97-AF65-F5344CB8AC3E}">
        <p14:creationId xmlns:p14="http://schemas.microsoft.com/office/powerpoint/2010/main" val="19807979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F91F62-4C7F-FFF7-55FB-9EDCBD590503}"/>
              </a:ext>
            </a:extLst>
          </p:cNvPr>
          <p:cNvSpPr>
            <a:spLocks noGrp="1"/>
          </p:cNvSpPr>
          <p:nvPr>
            <p:ph type="title"/>
          </p:nvPr>
        </p:nvSpPr>
        <p:spPr/>
        <p:txBody>
          <a:bodyPr/>
          <a:lstStyle/>
          <a:p>
            <a:r>
              <a:rPr lang="en-US" dirty="0"/>
              <a:t>Fluent API</a:t>
            </a:r>
          </a:p>
        </p:txBody>
      </p:sp>
      <p:pic>
        <p:nvPicPr>
          <p:cNvPr id="5" name="Picture 4">
            <a:extLst>
              <a:ext uri="{FF2B5EF4-FFF2-40B4-BE49-F238E27FC236}">
                <a16:creationId xmlns:a16="http://schemas.microsoft.com/office/drawing/2014/main" id="{A85E707E-03A9-240E-816D-1128B4A3729A}"/>
              </a:ext>
            </a:extLst>
          </p:cNvPr>
          <p:cNvPicPr>
            <a:picLocks noChangeAspect="1"/>
          </p:cNvPicPr>
          <p:nvPr/>
        </p:nvPicPr>
        <p:blipFill>
          <a:blip r:embed="rId2"/>
          <a:stretch>
            <a:fillRect/>
          </a:stretch>
        </p:blipFill>
        <p:spPr>
          <a:xfrm>
            <a:off x="1273309" y="1417562"/>
            <a:ext cx="2022155" cy="3664603"/>
          </a:xfrm>
          <a:prstGeom prst="rect">
            <a:avLst/>
          </a:prstGeom>
        </p:spPr>
      </p:pic>
      <p:sp>
        <p:nvSpPr>
          <p:cNvPr id="6" name="TextBox 5">
            <a:extLst>
              <a:ext uri="{FF2B5EF4-FFF2-40B4-BE49-F238E27FC236}">
                <a16:creationId xmlns:a16="http://schemas.microsoft.com/office/drawing/2014/main" id="{5FC06954-B64C-FC39-E0EE-9CECA821BF04}"/>
              </a:ext>
            </a:extLst>
          </p:cNvPr>
          <p:cNvSpPr txBox="1"/>
          <p:nvPr/>
        </p:nvSpPr>
        <p:spPr>
          <a:xfrm>
            <a:off x="3707074" y="2352485"/>
            <a:ext cx="4267200" cy="2031325"/>
          </a:xfrm>
          <a:prstGeom prst="rect">
            <a:avLst/>
          </a:prstGeom>
          <a:noFill/>
        </p:spPr>
        <p:txBody>
          <a:bodyPr wrap="square" rtlCol="0">
            <a:spAutoFit/>
          </a:bodyPr>
          <a:lstStyle/>
          <a:p>
            <a:r>
              <a:rPr lang="en-US" dirty="0"/>
              <a:t>Fluent API is preferred over data annotations for fine-grain control and complex table relationships</a:t>
            </a:r>
          </a:p>
          <a:p>
            <a:endParaRPr lang="en-US" dirty="0"/>
          </a:p>
          <a:p>
            <a:r>
              <a:rPr lang="en-US" dirty="0"/>
              <a:t>This also keeps our Domain models ‘pure’ and thus creates a clean separation of concerns from domain between</a:t>
            </a:r>
            <a:r>
              <a:rPr lang="en-US" dirty="0">
                <a:sym typeface="Wingdings" panose="05000000000000000000" pitchFamily="2" charset="2"/>
              </a:rPr>
              <a:t> persistence </a:t>
            </a:r>
            <a:endParaRPr lang="en-US" dirty="0"/>
          </a:p>
        </p:txBody>
      </p:sp>
    </p:spTree>
    <p:extLst>
      <p:ext uri="{BB962C8B-B14F-4D97-AF65-F5344CB8AC3E}">
        <p14:creationId xmlns:p14="http://schemas.microsoft.com/office/powerpoint/2010/main" val="37225389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B59F9-1799-6597-8BBD-E55D07F7650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6C1123D-410F-A7D0-C3EB-B261040A5D39}"/>
              </a:ext>
            </a:extLst>
          </p:cNvPr>
          <p:cNvSpPr>
            <a:spLocks noGrp="1"/>
          </p:cNvSpPr>
          <p:nvPr>
            <p:ph type="title"/>
          </p:nvPr>
        </p:nvSpPr>
        <p:spPr/>
        <p:txBody>
          <a:bodyPr/>
          <a:lstStyle/>
          <a:p>
            <a:r>
              <a:rPr lang="en-US" dirty="0"/>
              <a:t>Fluent API – Other Common Methods</a:t>
            </a:r>
          </a:p>
        </p:txBody>
      </p:sp>
      <p:pic>
        <p:nvPicPr>
          <p:cNvPr id="4" name="Picture 3">
            <a:extLst>
              <a:ext uri="{FF2B5EF4-FFF2-40B4-BE49-F238E27FC236}">
                <a16:creationId xmlns:a16="http://schemas.microsoft.com/office/drawing/2014/main" id="{BC231B80-0781-C8BD-80BB-6CC0B04C974B}"/>
              </a:ext>
            </a:extLst>
          </p:cNvPr>
          <p:cNvPicPr>
            <a:picLocks noChangeAspect="1"/>
          </p:cNvPicPr>
          <p:nvPr/>
        </p:nvPicPr>
        <p:blipFill>
          <a:blip r:embed="rId2"/>
          <a:stretch>
            <a:fillRect/>
          </a:stretch>
        </p:blipFill>
        <p:spPr>
          <a:xfrm>
            <a:off x="1103923" y="1376729"/>
            <a:ext cx="2645308" cy="662920"/>
          </a:xfrm>
          <a:prstGeom prst="rect">
            <a:avLst/>
          </a:prstGeom>
        </p:spPr>
      </p:pic>
      <p:pic>
        <p:nvPicPr>
          <p:cNvPr id="8" name="Picture 7">
            <a:extLst>
              <a:ext uri="{FF2B5EF4-FFF2-40B4-BE49-F238E27FC236}">
                <a16:creationId xmlns:a16="http://schemas.microsoft.com/office/drawing/2014/main" id="{06C3EF01-4B87-B284-2E2B-04F8210056B9}"/>
              </a:ext>
            </a:extLst>
          </p:cNvPr>
          <p:cNvPicPr>
            <a:picLocks noChangeAspect="1"/>
          </p:cNvPicPr>
          <p:nvPr/>
        </p:nvPicPr>
        <p:blipFill>
          <a:blip r:embed="rId3"/>
          <a:stretch>
            <a:fillRect/>
          </a:stretch>
        </p:blipFill>
        <p:spPr>
          <a:xfrm>
            <a:off x="763776" y="2239118"/>
            <a:ext cx="3172268" cy="952633"/>
          </a:xfrm>
          <a:prstGeom prst="rect">
            <a:avLst/>
          </a:prstGeom>
        </p:spPr>
      </p:pic>
      <p:pic>
        <p:nvPicPr>
          <p:cNvPr id="10" name="Picture 9">
            <a:extLst>
              <a:ext uri="{FF2B5EF4-FFF2-40B4-BE49-F238E27FC236}">
                <a16:creationId xmlns:a16="http://schemas.microsoft.com/office/drawing/2014/main" id="{772D8AAA-C837-E99B-B462-03232272B4CD}"/>
              </a:ext>
            </a:extLst>
          </p:cNvPr>
          <p:cNvPicPr>
            <a:picLocks noChangeAspect="1"/>
          </p:cNvPicPr>
          <p:nvPr/>
        </p:nvPicPr>
        <p:blipFill>
          <a:blip r:embed="rId4"/>
          <a:stretch>
            <a:fillRect/>
          </a:stretch>
        </p:blipFill>
        <p:spPr>
          <a:xfrm>
            <a:off x="1103923" y="3346767"/>
            <a:ext cx="2421322" cy="1670034"/>
          </a:xfrm>
          <a:prstGeom prst="rect">
            <a:avLst/>
          </a:prstGeom>
        </p:spPr>
      </p:pic>
      <p:pic>
        <p:nvPicPr>
          <p:cNvPr id="12" name="Picture 11">
            <a:extLst>
              <a:ext uri="{FF2B5EF4-FFF2-40B4-BE49-F238E27FC236}">
                <a16:creationId xmlns:a16="http://schemas.microsoft.com/office/drawing/2014/main" id="{E5400599-A575-13F2-733E-DFBEA78E56F1}"/>
              </a:ext>
            </a:extLst>
          </p:cNvPr>
          <p:cNvPicPr>
            <a:picLocks noChangeAspect="1"/>
          </p:cNvPicPr>
          <p:nvPr/>
        </p:nvPicPr>
        <p:blipFill>
          <a:blip r:embed="rId5"/>
          <a:stretch>
            <a:fillRect/>
          </a:stretch>
        </p:blipFill>
        <p:spPr>
          <a:xfrm>
            <a:off x="4797079" y="1407328"/>
            <a:ext cx="3172268" cy="889673"/>
          </a:xfrm>
          <a:prstGeom prst="rect">
            <a:avLst/>
          </a:prstGeom>
        </p:spPr>
      </p:pic>
      <p:pic>
        <p:nvPicPr>
          <p:cNvPr id="14" name="Picture 13">
            <a:extLst>
              <a:ext uri="{FF2B5EF4-FFF2-40B4-BE49-F238E27FC236}">
                <a16:creationId xmlns:a16="http://schemas.microsoft.com/office/drawing/2014/main" id="{2AF5F033-634C-0500-93CA-868B2ED4DC78}"/>
              </a:ext>
            </a:extLst>
          </p:cNvPr>
          <p:cNvPicPr>
            <a:picLocks noChangeAspect="1"/>
          </p:cNvPicPr>
          <p:nvPr/>
        </p:nvPicPr>
        <p:blipFill>
          <a:blip r:embed="rId6"/>
          <a:stretch>
            <a:fillRect/>
          </a:stretch>
        </p:blipFill>
        <p:spPr>
          <a:xfrm>
            <a:off x="5009535" y="2571750"/>
            <a:ext cx="2537415" cy="676160"/>
          </a:xfrm>
          <a:prstGeom prst="rect">
            <a:avLst/>
          </a:prstGeom>
        </p:spPr>
      </p:pic>
      <p:pic>
        <p:nvPicPr>
          <p:cNvPr id="16" name="Picture 15">
            <a:extLst>
              <a:ext uri="{FF2B5EF4-FFF2-40B4-BE49-F238E27FC236}">
                <a16:creationId xmlns:a16="http://schemas.microsoft.com/office/drawing/2014/main" id="{67141DD3-00EB-3F7E-5313-16EBB97FA1F5}"/>
              </a:ext>
            </a:extLst>
          </p:cNvPr>
          <p:cNvPicPr>
            <a:picLocks noChangeAspect="1"/>
          </p:cNvPicPr>
          <p:nvPr/>
        </p:nvPicPr>
        <p:blipFill>
          <a:blip r:embed="rId7"/>
          <a:stretch>
            <a:fillRect/>
          </a:stretch>
        </p:blipFill>
        <p:spPr>
          <a:xfrm>
            <a:off x="4341478" y="3522659"/>
            <a:ext cx="3698599" cy="1208729"/>
          </a:xfrm>
          <a:prstGeom prst="rect">
            <a:avLst/>
          </a:prstGeom>
        </p:spPr>
      </p:pic>
    </p:spTree>
    <p:extLst>
      <p:ext uri="{BB962C8B-B14F-4D97-AF65-F5344CB8AC3E}">
        <p14:creationId xmlns:p14="http://schemas.microsoft.com/office/powerpoint/2010/main" val="1145951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5956F-D8C1-79AD-7C7C-A57B363F4E6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65D7488-7C21-C660-CD40-A6844D2EAA96}"/>
              </a:ext>
            </a:extLst>
          </p:cNvPr>
          <p:cNvSpPr>
            <a:spLocks noGrp="1"/>
          </p:cNvSpPr>
          <p:nvPr>
            <p:ph type="title"/>
          </p:nvPr>
        </p:nvSpPr>
        <p:spPr/>
        <p:txBody>
          <a:bodyPr/>
          <a:lstStyle/>
          <a:p>
            <a:r>
              <a:rPr lang="en-US" dirty="0"/>
              <a:t>Fluent API – Best Practice</a:t>
            </a:r>
          </a:p>
        </p:txBody>
      </p:sp>
      <p:pic>
        <p:nvPicPr>
          <p:cNvPr id="5" name="Picture 4">
            <a:extLst>
              <a:ext uri="{FF2B5EF4-FFF2-40B4-BE49-F238E27FC236}">
                <a16:creationId xmlns:a16="http://schemas.microsoft.com/office/drawing/2014/main" id="{FD4248B4-CDFF-3F47-0685-3F83F6D91A16}"/>
              </a:ext>
            </a:extLst>
          </p:cNvPr>
          <p:cNvPicPr>
            <a:picLocks noChangeAspect="1"/>
          </p:cNvPicPr>
          <p:nvPr/>
        </p:nvPicPr>
        <p:blipFill>
          <a:blip r:embed="rId2"/>
          <a:stretch>
            <a:fillRect/>
          </a:stretch>
        </p:blipFill>
        <p:spPr>
          <a:xfrm>
            <a:off x="590244" y="1870547"/>
            <a:ext cx="3538456" cy="3216377"/>
          </a:xfrm>
          <a:prstGeom prst="rect">
            <a:avLst/>
          </a:prstGeom>
        </p:spPr>
      </p:pic>
      <p:pic>
        <p:nvPicPr>
          <p:cNvPr id="7" name="Picture 6">
            <a:extLst>
              <a:ext uri="{FF2B5EF4-FFF2-40B4-BE49-F238E27FC236}">
                <a16:creationId xmlns:a16="http://schemas.microsoft.com/office/drawing/2014/main" id="{56CD031F-6EF1-FED8-F685-B863156BF31F}"/>
              </a:ext>
            </a:extLst>
          </p:cNvPr>
          <p:cNvPicPr>
            <a:picLocks noChangeAspect="1"/>
          </p:cNvPicPr>
          <p:nvPr/>
        </p:nvPicPr>
        <p:blipFill>
          <a:blip r:embed="rId3"/>
          <a:stretch>
            <a:fillRect/>
          </a:stretch>
        </p:blipFill>
        <p:spPr>
          <a:xfrm>
            <a:off x="4576838" y="2136541"/>
            <a:ext cx="3734648" cy="2229778"/>
          </a:xfrm>
          <a:prstGeom prst="rect">
            <a:avLst/>
          </a:prstGeom>
        </p:spPr>
      </p:pic>
      <p:sp>
        <p:nvSpPr>
          <p:cNvPr id="9" name="TextBox 8">
            <a:extLst>
              <a:ext uri="{FF2B5EF4-FFF2-40B4-BE49-F238E27FC236}">
                <a16:creationId xmlns:a16="http://schemas.microsoft.com/office/drawing/2014/main" id="{920FA7BE-2F31-3307-1F60-E739A56C94ED}"/>
              </a:ext>
            </a:extLst>
          </p:cNvPr>
          <p:cNvSpPr txBox="1"/>
          <p:nvPr/>
        </p:nvSpPr>
        <p:spPr>
          <a:xfrm>
            <a:off x="1818109" y="1301346"/>
            <a:ext cx="5614219" cy="577081"/>
          </a:xfrm>
          <a:prstGeom prst="rect">
            <a:avLst/>
          </a:prstGeom>
          <a:noFill/>
        </p:spPr>
        <p:txBody>
          <a:bodyPr wrap="square" rtlCol="0">
            <a:spAutoFit/>
          </a:bodyPr>
          <a:lstStyle/>
          <a:p>
            <a:r>
              <a:rPr lang="en-US" sz="1050" dirty="0"/>
              <a:t>Throwing everything into the </a:t>
            </a:r>
            <a:r>
              <a:rPr lang="en-US" sz="1050" dirty="0" err="1"/>
              <a:t>DbContext</a:t>
            </a:r>
            <a:r>
              <a:rPr lang="en-US" sz="1050" dirty="0"/>
              <a:t> makes for a mess. Instead, we can create separate config classes in the persistence layer and add them to the </a:t>
            </a:r>
            <a:r>
              <a:rPr lang="en-US" sz="1050" dirty="0" err="1"/>
              <a:t>DbContext</a:t>
            </a:r>
            <a:r>
              <a:rPr lang="en-US" sz="1050" dirty="0"/>
              <a:t> with </a:t>
            </a:r>
            <a:r>
              <a:rPr lang="en-US" sz="1050" dirty="0" err="1"/>
              <a:t>ApplyConfigurationsFromAssemly</a:t>
            </a:r>
            <a:r>
              <a:rPr lang="en-US" sz="1050" dirty="0"/>
              <a:t>()</a:t>
            </a:r>
          </a:p>
        </p:txBody>
      </p:sp>
    </p:spTree>
    <p:extLst>
      <p:ext uri="{BB962C8B-B14F-4D97-AF65-F5344CB8AC3E}">
        <p14:creationId xmlns:p14="http://schemas.microsoft.com/office/powerpoint/2010/main" val="13821758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9BD135-61F5-79F9-D8C2-3298535C47CB}"/>
              </a:ext>
            </a:extLst>
          </p:cNvPr>
          <p:cNvSpPr>
            <a:spLocks noGrp="1"/>
          </p:cNvSpPr>
          <p:nvPr>
            <p:ph type="title"/>
          </p:nvPr>
        </p:nvSpPr>
        <p:spPr/>
        <p:txBody>
          <a:bodyPr/>
          <a:lstStyle/>
          <a:p>
            <a:r>
              <a:rPr lang="en-US" dirty="0"/>
              <a:t>Caching</a:t>
            </a:r>
          </a:p>
        </p:txBody>
      </p:sp>
      <p:sp>
        <p:nvSpPr>
          <p:cNvPr id="2" name="Text Placeholder 1">
            <a:extLst>
              <a:ext uri="{FF2B5EF4-FFF2-40B4-BE49-F238E27FC236}">
                <a16:creationId xmlns:a16="http://schemas.microsoft.com/office/drawing/2014/main" id="{5F390B1C-38E9-2236-811E-5EE312D7319C}"/>
              </a:ext>
            </a:extLst>
          </p:cNvPr>
          <p:cNvSpPr>
            <a:spLocks noGrp="1"/>
          </p:cNvSpPr>
          <p:nvPr>
            <p:ph idx="1"/>
          </p:nvPr>
        </p:nvSpPr>
        <p:spPr/>
        <p:txBody>
          <a:bodyPr/>
          <a:lstStyle/>
          <a:p>
            <a:r>
              <a:rPr lang="en-US" dirty="0"/>
              <a:t>Caching is the process of storing frequently used data from queries temporarily </a:t>
            </a:r>
          </a:p>
          <a:p>
            <a:r>
              <a:rPr lang="en-US" dirty="0"/>
              <a:t>This allows user queries to get information from the cache instead of hitting the database </a:t>
            </a:r>
          </a:p>
          <a:p>
            <a:r>
              <a:rPr lang="en-US" dirty="0"/>
              <a:t>This improves request response times and efficiency </a:t>
            </a:r>
          </a:p>
          <a:p>
            <a:r>
              <a:rPr lang="en-US" dirty="0"/>
              <a:t>There are 3 main caching types:</a:t>
            </a:r>
          </a:p>
          <a:p>
            <a:pPr lvl="1"/>
            <a:r>
              <a:rPr lang="en-US" dirty="0"/>
              <a:t>In-Memory cache – stores data in API process memory</a:t>
            </a:r>
          </a:p>
          <a:p>
            <a:pPr lvl="1"/>
            <a:r>
              <a:rPr lang="en-US" dirty="0"/>
              <a:t>Distributed cache – shared cache across servers (not beginner friendly)</a:t>
            </a:r>
          </a:p>
          <a:p>
            <a:pPr lvl="1"/>
            <a:r>
              <a:rPr lang="en-US" dirty="0"/>
              <a:t>Response cache – caches the actual HTTP response </a:t>
            </a:r>
          </a:p>
        </p:txBody>
      </p:sp>
    </p:spTree>
    <p:extLst>
      <p:ext uri="{BB962C8B-B14F-4D97-AF65-F5344CB8AC3E}">
        <p14:creationId xmlns:p14="http://schemas.microsoft.com/office/powerpoint/2010/main" val="27425884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2648D-0EB4-1AAC-2CEC-AF54D55BAD1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3506812-370F-E4E8-B5B2-3263608B0C42}"/>
              </a:ext>
            </a:extLst>
          </p:cNvPr>
          <p:cNvSpPr>
            <a:spLocks noGrp="1"/>
          </p:cNvSpPr>
          <p:nvPr>
            <p:ph type="title"/>
          </p:nvPr>
        </p:nvSpPr>
        <p:spPr/>
        <p:txBody>
          <a:bodyPr/>
          <a:lstStyle/>
          <a:p>
            <a:r>
              <a:rPr lang="en-US" dirty="0"/>
              <a:t>In-Memory Caching</a:t>
            </a:r>
          </a:p>
        </p:txBody>
      </p:sp>
      <p:pic>
        <p:nvPicPr>
          <p:cNvPr id="7" name="Picture 6">
            <a:extLst>
              <a:ext uri="{FF2B5EF4-FFF2-40B4-BE49-F238E27FC236}">
                <a16:creationId xmlns:a16="http://schemas.microsoft.com/office/drawing/2014/main" id="{1297E386-8B23-0060-EF0B-10EC87038864}"/>
              </a:ext>
            </a:extLst>
          </p:cNvPr>
          <p:cNvPicPr>
            <a:picLocks noChangeAspect="1"/>
          </p:cNvPicPr>
          <p:nvPr/>
        </p:nvPicPr>
        <p:blipFill>
          <a:blip r:embed="rId2"/>
          <a:stretch>
            <a:fillRect/>
          </a:stretch>
        </p:blipFill>
        <p:spPr>
          <a:xfrm>
            <a:off x="422837" y="1720912"/>
            <a:ext cx="3677163" cy="590632"/>
          </a:xfrm>
          <a:prstGeom prst="rect">
            <a:avLst/>
          </a:prstGeom>
        </p:spPr>
      </p:pic>
      <p:pic>
        <p:nvPicPr>
          <p:cNvPr id="9" name="Picture 8">
            <a:extLst>
              <a:ext uri="{FF2B5EF4-FFF2-40B4-BE49-F238E27FC236}">
                <a16:creationId xmlns:a16="http://schemas.microsoft.com/office/drawing/2014/main" id="{328A8A50-5BAB-1C3F-C59D-1322567D557C}"/>
              </a:ext>
            </a:extLst>
          </p:cNvPr>
          <p:cNvPicPr>
            <a:picLocks noChangeAspect="1"/>
          </p:cNvPicPr>
          <p:nvPr/>
        </p:nvPicPr>
        <p:blipFill>
          <a:blip r:embed="rId3"/>
          <a:stretch>
            <a:fillRect/>
          </a:stretch>
        </p:blipFill>
        <p:spPr>
          <a:xfrm>
            <a:off x="396433" y="2820014"/>
            <a:ext cx="3729970" cy="1391307"/>
          </a:xfrm>
          <a:prstGeom prst="rect">
            <a:avLst/>
          </a:prstGeom>
        </p:spPr>
      </p:pic>
      <p:pic>
        <p:nvPicPr>
          <p:cNvPr id="13" name="Picture 12">
            <a:extLst>
              <a:ext uri="{FF2B5EF4-FFF2-40B4-BE49-F238E27FC236}">
                <a16:creationId xmlns:a16="http://schemas.microsoft.com/office/drawing/2014/main" id="{163923F1-209F-3E92-EC50-EEB6DD566AFD}"/>
              </a:ext>
            </a:extLst>
          </p:cNvPr>
          <p:cNvPicPr>
            <a:picLocks noChangeAspect="1"/>
          </p:cNvPicPr>
          <p:nvPr/>
        </p:nvPicPr>
        <p:blipFill>
          <a:blip r:embed="rId4"/>
          <a:stretch>
            <a:fillRect/>
          </a:stretch>
        </p:blipFill>
        <p:spPr>
          <a:xfrm>
            <a:off x="4685980" y="1720912"/>
            <a:ext cx="3792705" cy="3299952"/>
          </a:xfrm>
          <a:prstGeom prst="rect">
            <a:avLst/>
          </a:prstGeom>
        </p:spPr>
      </p:pic>
      <p:pic>
        <p:nvPicPr>
          <p:cNvPr id="15" name="Picture 14">
            <a:extLst>
              <a:ext uri="{FF2B5EF4-FFF2-40B4-BE49-F238E27FC236}">
                <a16:creationId xmlns:a16="http://schemas.microsoft.com/office/drawing/2014/main" id="{2509CFCD-5F6B-8764-404A-829A93AE4753}"/>
              </a:ext>
            </a:extLst>
          </p:cNvPr>
          <p:cNvPicPr>
            <a:picLocks noChangeAspect="1"/>
          </p:cNvPicPr>
          <p:nvPr/>
        </p:nvPicPr>
        <p:blipFill>
          <a:blip r:embed="rId5"/>
          <a:stretch>
            <a:fillRect/>
          </a:stretch>
        </p:blipFill>
        <p:spPr>
          <a:xfrm>
            <a:off x="1658578" y="4756358"/>
            <a:ext cx="2275174" cy="237240"/>
          </a:xfrm>
          <a:prstGeom prst="rect">
            <a:avLst/>
          </a:prstGeom>
        </p:spPr>
      </p:pic>
      <p:sp>
        <p:nvSpPr>
          <p:cNvPr id="16" name="TextBox 15">
            <a:extLst>
              <a:ext uri="{FF2B5EF4-FFF2-40B4-BE49-F238E27FC236}">
                <a16:creationId xmlns:a16="http://schemas.microsoft.com/office/drawing/2014/main" id="{839A74EB-741E-29FB-6D85-7E06AFA5DBB7}"/>
              </a:ext>
            </a:extLst>
          </p:cNvPr>
          <p:cNvSpPr txBox="1"/>
          <p:nvPr/>
        </p:nvSpPr>
        <p:spPr>
          <a:xfrm>
            <a:off x="1254718" y="4428947"/>
            <a:ext cx="3082895" cy="261610"/>
          </a:xfrm>
          <a:prstGeom prst="rect">
            <a:avLst/>
          </a:prstGeom>
          <a:noFill/>
        </p:spPr>
        <p:txBody>
          <a:bodyPr wrap="none" rtlCol="0">
            <a:spAutoFit/>
          </a:bodyPr>
          <a:lstStyle/>
          <a:p>
            <a:r>
              <a:rPr lang="en-US" sz="1100" dirty="0"/>
              <a:t>You can also restart the timer for repeat requests:</a:t>
            </a:r>
          </a:p>
        </p:txBody>
      </p:sp>
      <p:sp>
        <p:nvSpPr>
          <p:cNvPr id="17" name="TextBox 16">
            <a:extLst>
              <a:ext uri="{FF2B5EF4-FFF2-40B4-BE49-F238E27FC236}">
                <a16:creationId xmlns:a16="http://schemas.microsoft.com/office/drawing/2014/main" id="{1555FFD9-CCF0-3335-507A-6FF1FFFDD379}"/>
              </a:ext>
            </a:extLst>
          </p:cNvPr>
          <p:cNvSpPr txBox="1"/>
          <p:nvPr/>
        </p:nvSpPr>
        <p:spPr>
          <a:xfrm>
            <a:off x="4659577" y="1459302"/>
            <a:ext cx="941283" cy="261610"/>
          </a:xfrm>
          <a:prstGeom prst="rect">
            <a:avLst/>
          </a:prstGeom>
          <a:noFill/>
        </p:spPr>
        <p:txBody>
          <a:bodyPr wrap="none" rtlCol="0">
            <a:spAutoFit/>
          </a:bodyPr>
          <a:lstStyle/>
          <a:p>
            <a:r>
              <a:rPr lang="en-US" sz="1100" dirty="0"/>
              <a:t>Service layer:</a:t>
            </a:r>
          </a:p>
        </p:txBody>
      </p:sp>
      <p:sp>
        <p:nvSpPr>
          <p:cNvPr id="18" name="TextBox 17">
            <a:extLst>
              <a:ext uri="{FF2B5EF4-FFF2-40B4-BE49-F238E27FC236}">
                <a16:creationId xmlns:a16="http://schemas.microsoft.com/office/drawing/2014/main" id="{D1BD79C5-61F1-8CC9-CE1C-419382E0C944}"/>
              </a:ext>
            </a:extLst>
          </p:cNvPr>
          <p:cNvSpPr txBox="1"/>
          <p:nvPr/>
        </p:nvSpPr>
        <p:spPr>
          <a:xfrm>
            <a:off x="475667" y="1359247"/>
            <a:ext cx="856325" cy="261610"/>
          </a:xfrm>
          <a:prstGeom prst="rect">
            <a:avLst/>
          </a:prstGeom>
          <a:noFill/>
        </p:spPr>
        <p:txBody>
          <a:bodyPr wrap="none" rtlCol="0">
            <a:spAutoFit/>
          </a:bodyPr>
          <a:lstStyle/>
          <a:p>
            <a:r>
              <a:rPr lang="en-US" sz="1100" dirty="0" err="1"/>
              <a:t>Program.cs</a:t>
            </a:r>
            <a:r>
              <a:rPr lang="en-US" sz="1100" dirty="0"/>
              <a:t>:</a:t>
            </a:r>
          </a:p>
        </p:txBody>
      </p:sp>
      <p:sp>
        <p:nvSpPr>
          <p:cNvPr id="19" name="TextBox 18">
            <a:extLst>
              <a:ext uri="{FF2B5EF4-FFF2-40B4-BE49-F238E27FC236}">
                <a16:creationId xmlns:a16="http://schemas.microsoft.com/office/drawing/2014/main" id="{F562BC3E-4297-1EE0-31CC-62957DD461D4}"/>
              </a:ext>
            </a:extLst>
          </p:cNvPr>
          <p:cNvSpPr txBox="1"/>
          <p:nvPr/>
        </p:nvSpPr>
        <p:spPr>
          <a:xfrm>
            <a:off x="313435" y="2477196"/>
            <a:ext cx="941283" cy="261610"/>
          </a:xfrm>
          <a:prstGeom prst="rect">
            <a:avLst/>
          </a:prstGeom>
          <a:noFill/>
        </p:spPr>
        <p:txBody>
          <a:bodyPr wrap="none" rtlCol="0">
            <a:spAutoFit/>
          </a:bodyPr>
          <a:lstStyle/>
          <a:p>
            <a:r>
              <a:rPr lang="en-US" sz="1100" dirty="0"/>
              <a:t>Service layer:</a:t>
            </a:r>
          </a:p>
        </p:txBody>
      </p:sp>
    </p:spTree>
    <p:extLst>
      <p:ext uri="{BB962C8B-B14F-4D97-AF65-F5344CB8AC3E}">
        <p14:creationId xmlns:p14="http://schemas.microsoft.com/office/powerpoint/2010/main" val="38309390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39E8DF-95FF-C605-F7F8-CE72BE7FC85A}"/>
              </a:ext>
            </a:extLst>
          </p:cNvPr>
          <p:cNvSpPr>
            <a:spLocks noGrp="1"/>
          </p:cNvSpPr>
          <p:nvPr>
            <p:ph type="title"/>
          </p:nvPr>
        </p:nvSpPr>
        <p:spPr/>
        <p:txBody>
          <a:bodyPr/>
          <a:lstStyle/>
          <a:p>
            <a:r>
              <a:rPr lang="en-US" dirty="0"/>
              <a:t>Cache Invalidation</a:t>
            </a:r>
          </a:p>
        </p:txBody>
      </p:sp>
      <p:pic>
        <p:nvPicPr>
          <p:cNvPr id="5" name="Picture 4">
            <a:extLst>
              <a:ext uri="{FF2B5EF4-FFF2-40B4-BE49-F238E27FC236}">
                <a16:creationId xmlns:a16="http://schemas.microsoft.com/office/drawing/2014/main" id="{97781062-85E7-E02D-FA47-6C4C4A23EFAA}"/>
              </a:ext>
            </a:extLst>
          </p:cNvPr>
          <p:cNvPicPr>
            <a:picLocks noChangeAspect="1"/>
          </p:cNvPicPr>
          <p:nvPr/>
        </p:nvPicPr>
        <p:blipFill>
          <a:blip r:embed="rId2"/>
          <a:stretch>
            <a:fillRect/>
          </a:stretch>
        </p:blipFill>
        <p:spPr>
          <a:xfrm>
            <a:off x="1990211" y="1814529"/>
            <a:ext cx="5289369" cy="1483123"/>
          </a:xfrm>
          <a:prstGeom prst="rect">
            <a:avLst/>
          </a:prstGeom>
        </p:spPr>
      </p:pic>
      <p:sp>
        <p:nvSpPr>
          <p:cNvPr id="6" name="TextBox 5">
            <a:extLst>
              <a:ext uri="{FF2B5EF4-FFF2-40B4-BE49-F238E27FC236}">
                <a16:creationId xmlns:a16="http://schemas.microsoft.com/office/drawing/2014/main" id="{D3561AEC-DBE2-F95B-9808-DC91FC10B728}"/>
              </a:ext>
            </a:extLst>
          </p:cNvPr>
          <p:cNvSpPr txBox="1"/>
          <p:nvPr/>
        </p:nvSpPr>
        <p:spPr>
          <a:xfrm>
            <a:off x="2739181" y="1297574"/>
            <a:ext cx="3791423" cy="261610"/>
          </a:xfrm>
          <a:prstGeom prst="rect">
            <a:avLst/>
          </a:prstGeom>
          <a:noFill/>
        </p:spPr>
        <p:txBody>
          <a:bodyPr wrap="none" rtlCol="0">
            <a:spAutoFit/>
          </a:bodyPr>
          <a:lstStyle/>
          <a:p>
            <a:r>
              <a:rPr lang="en-US" sz="1100" dirty="0"/>
              <a:t>Guard against stale cache data when updating/creating/deleting:</a:t>
            </a:r>
          </a:p>
        </p:txBody>
      </p:sp>
      <p:pic>
        <p:nvPicPr>
          <p:cNvPr id="8" name="Picture 7">
            <a:extLst>
              <a:ext uri="{FF2B5EF4-FFF2-40B4-BE49-F238E27FC236}">
                <a16:creationId xmlns:a16="http://schemas.microsoft.com/office/drawing/2014/main" id="{D87EFC0E-7811-EB35-1B1A-B6071DBC3F88}"/>
              </a:ext>
            </a:extLst>
          </p:cNvPr>
          <p:cNvPicPr>
            <a:picLocks noChangeAspect="1"/>
          </p:cNvPicPr>
          <p:nvPr/>
        </p:nvPicPr>
        <p:blipFill>
          <a:blip r:embed="rId3"/>
          <a:stretch>
            <a:fillRect/>
          </a:stretch>
        </p:blipFill>
        <p:spPr>
          <a:xfrm>
            <a:off x="2819231" y="4043278"/>
            <a:ext cx="3631325" cy="1042815"/>
          </a:xfrm>
          <a:prstGeom prst="rect">
            <a:avLst/>
          </a:prstGeom>
        </p:spPr>
      </p:pic>
      <p:sp>
        <p:nvSpPr>
          <p:cNvPr id="9" name="TextBox 8">
            <a:extLst>
              <a:ext uri="{FF2B5EF4-FFF2-40B4-BE49-F238E27FC236}">
                <a16:creationId xmlns:a16="http://schemas.microsoft.com/office/drawing/2014/main" id="{591EB862-2A8C-B908-ACD6-B58BBD146C10}"/>
              </a:ext>
            </a:extLst>
          </p:cNvPr>
          <p:cNvSpPr txBox="1"/>
          <p:nvPr/>
        </p:nvSpPr>
        <p:spPr>
          <a:xfrm>
            <a:off x="3264125" y="3395518"/>
            <a:ext cx="2023311" cy="261610"/>
          </a:xfrm>
          <a:prstGeom prst="rect">
            <a:avLst/>
          </a:prstGeom>
          <a:noFill/>
        </p:spPr>
        <p:txBody>
          <a:bodyPr wrap="none" rtlCol="0">
            <a:spAutoFit/>
          </a:bodyPr>
          <a:lstStyle/>
          <a:p>
            <a:r>
              <a:rPr lang="en-US" sz="1100" dirty="0"/>
              <a:t>Stop change tracking altogether:</a:t>
            </a:r>
          </a:p>
        </p:txBody>
      </p:sp>
      <p:sp>
        <p:nvSpPr>
          <p:cNvPr id="10" name="TextBox 9">
            <a:extLst>
              <a:ext uri="{FF2B5EF4-FFF2-40B4-BE49-F238E27FC236}">
                <a16:creationId xmlns:a16="http://schemas.microsoft.com/office/drawing/2014/main" id="{7A72D919-7319-8C49-ABA3-AC66E60356F3}"/>
              </a:ext>
            </a:extLst>
          </p:cNvPr>
          <p:cNvSpPr txBox="1"/>
          <p:nvPr/>
        </p:nvSpPr>
        <p:spPr>
          <a:xfrm>
            <a:off x="1905247" y="1522484"/>
            <a:ext cx="941283" cy="261610"/>
          </a:xfrm>
          <a:prstGeom prst="rect">
            <a:avLst/>
          </a:prstGeom>
          <a:noFill/>
        </p:spPr>
        <p:txBody>
          <a:bodyPr wrap="none" rtlCol="0">
            <a:spAutoFit/>
          </a:bodyPr>
          <a:lstStyle/>
          <a:p>
            <a:r>
              <a:rPr lang="en-US" sz="1100" dirty="0"/>
              <a:t>Service layer:</a:t>
            </a:r>
          </a:p>
        </p:txBody>
      </p:sp>
      <p:sp>
        <p:nvSpPr>
          <p:cNvPr id="11" name="TextBox 10">
            <a:extLst>
              <a:ext uri="{FF2B5EF4-FFF2-40B4-BE49-F238E27FC236}">
                <a16:creationId xmlns:a16="http://schemas.microsoft.com/office/drawing/2014/main" id="{FE007A23-3CB9-41D0-21F9-BCCCFE76E8F0}"/>
              </a:ext>
            </a:extLst>
          </p:cNvPr>
          <p:cNvSpPr txBox="1"/>
          <p:nvPr/>
        </p:nvSpPr>
        <p:spPr>
          <a:xfrm>
            <a:off x="2765569" y="3735501"/>
            <a:ext cx="832279" cy="261610"/>
          </a:xfrm>
          <a:prstGeom prst="rect">
            <a:avLst/>
          </a:prstGeom>
          <a:noFill/>
        </p:spPr>
        <p:txBody>
          <a:bodyPr wrap="none" rtlCol="0">
            <a:spAutoFit/>
          </a:bodyPr>
          <a:lstStyle/>
          <a:p>
            <a:r>
              <a:rPr lang="en-US" sz="1100" dirty="0"/>
              <a:t>Repo layer:</a:t>
            </a:r>
          </a:p>
        </p:txBody>
      </p:sp>
    </p:spTree>
    <p:extLst>
      <p:ext uri="{BB962C8B-B14F-4D97-AF65-F5344CB8AC3E}">
        <p14:creationId xmlns:p14="http://schemas.microsoft.com/office/powerpoint/2010/main" val="9136021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4079E4-2119-BB2E-9B7B-E4E229019E33}"/>
              </a:ext>
            </a:extLst>
          </p:cNvPr>
          <p:cNvSpPr>
            <a:spLocks noGrp="1"/>
          </p:cNvSpPr>
          <p:nvPr>
            <p:ph type="title"/>
          </p:nvPr>
        </p:nvSpPr>
        <p:spPr/>
        <p:txBody>
          <a:bodyPr/>
          <a:lstStyle/>
          <a:p>
            <a:r>
              <a:rPr lang="en-US" dirty="0"/>
              <a:t>Response Caching</a:t>
            </a:r>
          </a:p>
        </p:txBody>
      </p:sp>
      <p:pic>
        <p:nvPicPr>
          <p:cNvPr id="5" name="Picture 4">
            <a:extLst>
              <a:ext uri="{FF2B5EF4-FFF2-40B4-BE49-F238E27FC236}">
                <a16:creationId xmlns:a16="http://schemas.microsoft.com/office/drawing/2014/main" id="{D13579B1-5707-A4D2-D189-19236FA8734C}"/>
              </a:ext>
            </a:extLst>
          </p:cNvPr>
          <p:cNvPicPr>
            <a:picLocks noChangeAspect="1"/>
          </p:cNvPicPr>
          <p:nvPr/>
        </p:nvPicPr>
        <p:blipFill>
          <a:blip r:embed="rId2"/>
          <a:stretch>
            <a:fillRect/>
          </a:stretch>
        </p:blipFill>
        <p:spPr>
          <a:xfrm>
            <a:off x="2562293" y="1659276"/>
            <a:ext cx="4077269" cy="552527"/>
          </a:xfrm>
          <a:prstGeom prst="rect">
            <a:avLst/>
          </a:prstGeom>
        </p:spPr>
      </p:pic>
      <p:pic>
        <p:nvPicPr>
          <p:cNvPr id="7" name="Picture 6">
            <a:extLst>
              <a:ext uri="{FF2B5EF4-FFF2-40B4-BE49-F238E27FC236}">
                <a16:creationId xmlns:a16="http://schemas.microsoft.com/office/drawing/2014/main" id="{5D33C3FF-773A-DD70-2CC3-39169DE3A0F4}"/>
              </a:ext>
            </a:extLst>
          </p:cNvPr>
          <p:cNvPicPr>
            <a:picLocks noChangeAspect="1"/>
          </p:cNvPicPr>
          <p:nvPr/>
        </p:nvPicPr>
        <p:blipFill>
          <a:blip r:embed="rId3"/>
          <a:stretch>
            <a:fillRect/>
          </a:stretch>
        </p:blipFill>
        <p:spPr>
          <a:xfrm>
            <a:off x="3229087" y="2593587"/>
            <a:ext cx="2724530" cy="809738"/>
          </a:xfrm>
          <a:prstGeom prst="rect">
            <a:avLst/>
          </a:prstGeom>
        </p:spPr>
      </p:pic>
      <p:pic>
        <p:nvPicPr>
          <p:cNvPr id="9" name="Picture 8">
            <a:extLst>
              <a:ext uri="{FF2B5EF4-FFF2-40B4-BE49-F238E27FC236}">
                <a16:creationId xmlns:a16="http://schemas.microsoft.com/office/drawing/2014/main" id="{2E0F9337-A512-73D2-E5D6-457049675F4D}"/>
              </a:ext>
            </a:extLst>
          </p:cNvPr>
          <p:cNvPicPr>
            <a:picLocks noChangeAspect="1"/>
          </p:cNvPicPr>
          <p:nvPr/>
        </p:nvPicPr>
        <p:blipFill>
          <a:blip r:embed="rId4"/>
          <a:stretch>
            <a:fillRect/>
          </a:stretch>
        </p:blipFill>
        <p:spPr>
          <a:xfrm>
            <a:off x="1189181" y="3785110"/>
            <a:ext cx="6804343" cy="1124880"/>
          </a:xfrm>
          <a:prstGeom prst="rect">
            <a:avLst/>
          </a:prstGeom>
        </p:spPr>
      </p:pic>
      <p:sp>
        <p:nvSpPr>
          <p:cNvPr id="10" name="TextBox 9">
            <a:extLst>
              <a:ext uri="{FF2B5EF4-FFF2-40B4-BE49-F238E27FC236}">
                <a16:creationId xmlns:a16="http://schemas.microsoft.com/office/drawing/2014/main" id="{45A60374-C512-77DA-F5AD-C28E8164438A}"/>
              </a:ext>
            </a:extLst>
          </p:cNvPr>
          <p:cNvSpPr txBox="1"/>
          <p:nvPr/>
        </p:nvSpPr>
        <p:spPr>
          <a:xfrm>
            <a:off x="2562293" y="1345268"/>
            <a:ext cx="856325" cy="261610"/>
          </a:xfrm>
          <a:prstGeom prst="rect">
            <a:avLst/>
          </a:prstGeom>
          <a:noFill/>
        </p:spPr>
        <p:txBody>
          <a:bodyPr wrap="none" rtlCol="0">
            <a:spAutoFit/>
          </a:bodyPr>
          <a:lstStyle/>
          <a:p>
            <a:r>
              <a:rPr lang="en-US" sz="1100" dirty="0" err="1"/>
              <a:t>Program.cs</a:t>
            </a:r>
            <a:r>
              <a:rPr lang="en-US" sz="1100" dirty="0"/>
              <a:t>:</a:t>
            </a:r>
          </a:p>
        </p:txBody>
      </p:sp>
      <p:sp>
        <p:nvSpPr>
          <p:cNvPr id="11" name="TextBox 10">
            <a:extLst>
              <a:ext uri="{FF2B5EF4-FFF2-40B4-BE49-F238E27FC236}">
                <a16:creationId xmlns:a16="http://schemas.microsoft.com/office/drawing/2014/main" id="{A5EEBCA1-D3F0-F9FC-C11E-043AD89A1BD0}"/>
              </a:ext>
            </a:extLst>
          </p:cNvPr>
          <p:cNvSpPr txBox="1"/>
          <p:nvPr/>
        </p:nvSpPr>
        <p:spPr>
          <a:xfrm>
            <a:off x="3229087" y="2285810"/>
            <a:ext cx="1832553" cy="261610"/>
          </a:xfrm>
          <a:prstGeom prst="rect">
            <a:avLst/>
          </a:prstGeom>
          <a:noFill/>
        </p:spPr>
        <p:txBody>
          <a:bodyPr wrap="none" rtlCol="0">
            <a:spAutoFit/>
          </a:bodyPr>
          <a:lstStyle/>
          <a:p>
            <a:r>
              <a:rPr lang="en-US" sz="1100" dirty="0" err="1"/>
              <a:t>Program.cs</a:t>
            </a:r>
            <a:r>
              <a:rPr lang="en-US" sz="1100" dirty="0"/>
              <a:t> (order matters!):</a:t>
            </a:r>
          </a:p>
        </p:txBody>
      </p:sp>
      <p:sp>
        <p:nvSpPr>
          <p:cNvPr id="12" name="TextBox 11">
            <a:extLst>
              <a:ext uri="{FF2B5EF4-FFF2-40B4-BE49-F238E27FC236}">
                <a16:creationId xmlns:a16="http://schemas.microsoft.com/office/drawing/2014/main" id="{FFE87823-44D8-A887-1793-DD29442950AA}"/>
              </a:ext>
            </a:extLst>
          </p:cNvPr>
          <p:cNvSpPr txBox="1"/>
          <p:nvPr/>
        </p:nvSpPr>
        <p:spPr>
          <a:xfrm>
            <a:off x="1160635" y="3477333"/>
            <a:ext cx="2797561" cy="261610"/>
          </a:xfrm>
          <a:prstGeom prst="rect">
            <a:avLst/>
          </a:prstGeom>
          <a:noFill/>
        </p:spPr>
        <p:txBody>
          <a:bodyPr wrap="none" rtlCol="0">
            <a:spAutoFit/>
          </a:bodyPr>
          <a:lstStyle/>
          <a:p>
            <a:r>
              <a:rPr lang="en-US" sz="1100" dirty="0"/>
              <a:t>Controller (response cached for 60 seconds):</a:t>
            </a:r>
          </a:p>
        </p:txBody>
      </p:sp>
    </p:spTree>
    <p:extLst>
      <p:ext uri="{BB962C8B-B14F-4D97-AF65-F5344CB8AC3E}">
        <p14:creationId xmlns:p14="http://schemas.microsoft.com/office/powerpoint/2010/main" val="12952466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4422C78-55D8-7643-8334-D2A546A5DF12}"/>
              </a:ext>
            </a:extLst>
          </p:cNvPr>
          <p:cNvSpPr>
            <a:spLocks noGrp="1"/>
          </p:cNvSpPr>
          <p:nvPr>
            <p:ph type="title"/>
          </p:nvPr>
        </p:nvSpPr>
        <p:spPr/>
        <p:txBody>
          <a:bodyPr/>
          <a:lstStyle/>
          <a:p>
            <a:r>
              <a:rPr lang="en-US" dirty="0"/>
              <a:t>Response Cache vs Memory Cache</a:t>
            </a:r>
          </a:p>
        </p:txBody>
      </p:sp>
      <p:graphicFrame>
        <p:nvGraphicFramePr>
          <p:cNvPr id="4" name="Table 3">
            <a:extLst>
              <a:ext uri="{FF2B5EF4-FFF2-40B4-BE49-F238E27FC236}">
                <a16:creationId xmlns:a16="http://schemas.microsoft.com/office/drawing/2014/main" id="{EF9FD91A-6F07-E088-A7B5-2C1AF0CE15D4}"/>
              </a:ext>
            </a:extLst>
          </p:cNvPr>
          <p:cNvGraphicFramePr>
            <a:graphicFrameLocks noGrp="1"/>
          </p:cNvGraphicFramePr>
          <p:nvPr>
            <p:extLst>
              <p:ext uri="{D42A27DB-BD31-4B8C-83A1-F6EECF244321}">
                <p14:modId xmlns:p14="http://schemas.microsoft.com/office/powerpoint/2010/main" val="1249466286"/>
              </p:ext>
            </p:extLst>
          </p:nvPr>
        </p:nvGraphicFramePr>
        <p:xfrm>
          <a:off x="320724" y="1965940"/>
          <a:ext cx="8521701" cy="1524000"/>
        </p:xfrm>
        <a:graphic>
          <a:graphicData uri="http://schemas.openxmlformats.org/drawingml/2006/table">
            <a:tbl>
              <a:tblPr/>
              <a:tblGrid>
                <a:gridCol w="2840567">
                  <a:extLst>
                    <a:ext uri="{9D8B030D-6E8A-4147-A177-3AD203B41FA5}">
                      <a16:colId xmlns:a16="http://schemas.microsoft.com/office/drawing/2014/main" val="1501269818"/>
                    </a:ext>
                  </a:extLst>
                </a:gridCol>
                <a:gridCol w="2840567">
                  <a:extLst>
                    <a:ext uri="{9D8B030D-6E8A-4147-A177-3AD203B41FA5}">
                      <a16:colId xmlns:a16="http://schemas.microsoft.com/office/drawing/2014/main" val="4274574750"/>
                    </a:ext>
                  </a:extLst>
                </a:gridCol>
                <a:gridCol w="2840567">
                  <a:extLst>
                    <a:ext uri="{9D8B030D-6E8A-4147-A177-3AD203B41FA5}">
                      <a16:colId xmlns:a16="http://schemas.microsoft.com/office/drawing/2014/main" val="499104711"/>
                    </a:ext>
                  </a:extLst>
                </a:gridCol>
              </a:tblGrid>
              <a:tr h="304800">
                <a:tc>
                  <a:txBody>
                    <a:bodyPr/>
                    <a:lstStyle/>
                    <a:p>
                      <a:pPr>
                        <a:buNone/>
                      </a:pPr>
                      <a:r>
                        <a:rPr lang="en-US" sz="1400"/>
                        <a:t>Feature</a:t>
                      </a:r>
                    </a:p>
                  </a:txBody>
                  <a:tcPr anchor="ctr">
                    <a:lnL>
                      <a:noFill/>
                    </a:lnL>
                    <a:lnR>
                      <a:noFill/>
                    </a:lnR>
                    <a:lnT>
                      <a:noFill/>
                    </a:lnT>
                    <a:lnB>
                      <a:noFill/>
                    </a:lnB>
                    <a:noFill/>
                  </a:tcPr>
                </a:tc>
                <a:tc>
                  <a:txBody>
                    <a:bodyPr/>
                    <a:lstStyle/>
                    <a:p>
                      <a:pPr>
                        <a:buNone/>
                      </a:pPr>
                      <a:r>
                        <a:rPr lang="en-US" sz="1400"/>
                        <a:t>IMemoryCache</a:t>
                      </a:r>
                    </a:p>
                  </a:txBody>
                  <a:tcPr anchor="ctr">
                    <a:lnL>
                      <a:noFill/>
                    </a:lnL>
                    <a:lnR>
                      <a:noFill/>
                    </a:lnR>
                    <a:lnT>
                      <a:noFill/>
                    </a:lnT>
                    <a:lnB>
                      <a:noFill/>
                    </a:lnB>
                    <a:noFill/>
                  </a:tcPr>
                </a:tc>
                <a:tc>
                  <a:txBody>
                    <a:bodyPr/>
                    <a:lstStyle/>
                    <a:p>
                      <a:pPr>
                        <a:buNone/>
                      </a:pPr>
                      <a:r>
                        <a:rPr lang="en-US" sz="1400"/>
                        <a:t>Response Cache</a:t>
                      </a:r>
                    </a:p>
                  </a:txBody>
                  <a:tcPr anchor="ctr">
                    <a:lnL>
                      <a:noFill/>
                    </a:lnL>
                    <a:lnR>
                      <a:noFill/>
                    </a:lnR>
                    <a:lnT>
                      <a:noFill/>
                    </a:lnT>
                    <a:lnB>
                      <a:noFill/>
                    </a:lnB>
                    <a:noFill/>
                  </a:tcPr>
                </a:tc>
                <a:extLst>
                  <a:ext uri="{0D108BD9-81ED-4DB2-BD59-A6C34878D82A}">
                    <a16:rowId xmlns:a16="http://schemas.microsoft.com/office/drawing/2014/main" val="2530862434"/>
                  </a:ext>
                </a:extLst>
              </a:tr>
              <a:tr h="304800">
                <a:tc>
                  <a:txBody>
                    <a:bodyPr/>
                    <a:lstStyle/>
                    <a:p>
                      <a:pPr>
                        <a:buNone/>
                      </a:pPr>
                      <a:r>
                        <a:rPr lang="en-US" sz="1400"/>
                        <a:t>Stores objects</a:t>
                      </a:r>
                    </a:p>
                  </a:txBody>
                  <a:tcPr anchor="ctr">
                    <a:lnL>
                      <a:noFill/>
                    </a:lnL>
                    <a:lnR>
                      <a:noFill/>
                    </a:lnR>
                    <a:lnT>
                      <a:noFill/>
                    </a:lnT>
                    <a:lnB>
                      <a:noFill/>
                    </a:lnB>
                    <a:noFill/>
                  </a:tcPr>
                </a:tc>
                <a:tc>
                  <a:txBody>
                    <a:bodyPr/>
                    <a:lstStyle/>
                    <a:p>
                      <a:pPr>
                        <a:buNone/>
                      </a:pPr>
                      <a:r>
                        <a:rPr lang="en-US" sz="1400"/>
                        <a:t>Yes</a:t>
                      </a:r>
                    </a:p>
                  </a:txBody>
                  <a:tcPr anchor="ctr">
                    <a:lnL>
                      <a:noFill/>
                    </a:lnL>
                    <a:lnR>
                      <a:noFill/>
                    </a:lnR>
                    <a:lnT>
                      <a:noFill/>
                    </a:lnT>
                    <a:lnB>
                      <a:noFill/>
                    </a:lnB>
                    <a:noFill/>
                  </a:tcPr>
                </a:tc>
                <a:tc>
                  <a:txBody>
                    <a:bodyPr/>
                    <a:lstStyle/>
                    <a:p>
                      <a:pPr>
                        <a:buNone/>
                      </a:pPr>
                      <a:r>
                        <a:rPr lang="en-US" sz="1400"/>
                        <a:t>No</a:t>
                      </a:r>
                    </a:p>
                  </a:txBody>
                  <a:tcPr anchor="ctr">
                    <a:lnL>
                      <a:noFill/>
                    </a:lnL>
                    <a:lnR>
                      <a:noFill/>
                    </a:lnR>
                    <a:lnT>
                      <a:noFill/>
                    </a:lnT>
                    <a:lnB>
                      <a:noFill/>
                    </a:lnB>
                    <a:noFill/>
                  </a:tcPr>
                </a:tc>
                <a:extLst>
                  <a:ext uri="{0D108BD9-81ED-4DB2-BD59-A6C34878D82A}">
                    <a16:rowId xmlns:a16="http://schemas.microsoft.com/office/drawing/2014/main" val="2755264362"/>
                  </a:ext>
                </a:extLst>
              </a:tr>
              <a:tr h="304800">
                <a:tc>
                  <a:txBody>
                    <a:bodyPr/>
                    <a:lstStyle/>
                    <a:p>
                      <a:pPr>
                        <a:buNone/>
                      </a:pPr>
                      <a:r>
                        <a:rPr lang="en-US" sz="1400"/>
                        <a:t>Stores HTTP responses</a:t>
                      </a:r>
                    </a:p>
                  </a:txBody>
                  <a:tcPr anchor="ctr">
                    <a:lnL>
                      <a:noFill/>
                    </a:lnL>
                    <a:lnR>
                      <a:noFill/>
                    </a:lnR>
                    <a:lnT>
                      <a:noFill/>
                    </a:lnT>
                    <a:lnB>
                      <a:noFill/>
                    </a:lnB>
                    <a:noFill/>
                  </a:tcPr>
                </a:tc>
                <a:tc>
                  <a:txBody>
                    <a:bodyPr/>
                    <a:lstStyle/>
                    <a:p>
                      <a:pPr>
                        <a:buNone/>
                      </a:pPr>
                      <a:r>
                        <a:rPr lang="en-US" sz="1400"/>
                        <a:t>No</a:t>
                      </a:r>
                    </a:p>
                  </a:txBody>
                  <a:tcPr anchor="ctr">
                    <a:lnL>
                      <a:noFill/>
                    </a:lnL>
                    <a:lnR>
                      <a:noFill/>
                    </a:lnR>
                    <a:lnT>
                      <a:noFill/>
                    </a:lnT>
                    <a:lnB>
                      <a:noFill/>
                    </a:lnB>
                    <a:noFill/>
                  </a:tcPr>
                </a:tc>
                <a:tc>
                  <a:txBody>
                    <a:bodyPr/>
                    <a:lstStyle/>
                    <a:p>
                      <a:pPr>
                        <a:buNone/>
                      </a:pPr>
                      <a:r>
                        <a:rPr lang="en-US" sz="1400"/>
                        <a:t>Yes</a:t>
                      </a:r>
                    </a:p>
                  </a:txBody>
                  <a:tcPr anchor="ctr">
                    <a:lnL>
                      <a:noFill/>
                    </a:lnL>
                    <a:lnR>
                      <a:noFill/>
                    </a:lnR>
                    <a:lnT>
                      <a:noFill/>
                    </a:lnT>
                    <a:lnB>
                      <a:noFill/>
                    </a:lnB>
                    <a:noFill/>
                  </a:tcPr>
                </a:tc>
                <a:extLst>
                  <a:ext uri="{0D108BD9-81ED-4DB2-BD59-A6C34878D82A}">
                    <a16:rowId xmlns:a16="http://schemas.microsoft.com/office/drawing/2014/main" val="4107545865"/>
                  </a:ext>
                </a:extLst>
              </a:tr>
              <a:tr h="304800">
                <a:tc>
                  <a:txBody>
                    <a:bodyPr/>
                    <a:lstStyle/>
                    <a:p>
                      <a:pPr>
                        <a:buNone/>
                      </a:pPr>
                      <a:r>
                        <a:rPr lang="en-US" sz="1400"/>
                        <a:t>Flexible</a:t>
                      </a:r>
                    </a:p>
                  </a:txBody>
                  <a:tcPr anchor="ctr">
                    <a:lnL>
                      <a:noFill/>
                    </a:lnL>
                    <a:lnR>
                      <a:noFill/>
                    </a:lnR>
                    <a:lnT>
                      <a:noFill/>
                    </a:lnT>
                    <a:lnB>
                      <a:noFill/>
                    </a:lnB>
                    <a:noFill/>
                  </a:tcPr>
                </a:tc>
                <a:tc>
                  <a:txBody>
                    <a:bodyPr/>
                    <a:lstStyle/>
                    <a:p>
                      <a:pPr>
                        <a:buNone/>
                      </a:pPr>
                      <a:r>
                        <a:rPr lang="en-US" sz="1400"/>
                        <a:t>Very</a:t>
                      </a:r>
                    </a:p>
                  </a:txBody>
                  <a:tcPr anchor="ctr">
                    <a:lnL>
                      <a:noFill/>
                    </a:lnL>
                    <a:lnR>
                      <a:noFill/>
                    </a:lnR>
                    <a:lnT>
                      <a:noFill/>
                    </a:lnT>
                    <a:lnB>
                      <a:noFill/>
                    </a:lnB>
                    <a:noFill/>
                  </a:tcPr>
                </a:tc>
                <a:tc>
                  <a:txBody>
                    <a:bodyPr/>
                    <a:lstStyle/>
                    <a:p>
                      <a:pPr>
                        <a:buNone/>
                      </a:pPr>
                      <a:r>
                        <a:rPr lang="en-US" sz="1400"/>
                        <a:t>Limited</a:t>
                      </a:r>
                    </a:p>
                  </a:txBody>
                  <a:tcPr anchor="ctr">
                    <a:lnL>
                      <a:noFill/>
                    </a:lnL>
                    <a:lnR>
                      <a:noFill/>
                    </a:lnR>
                    <a:lnT>
                      <a:noFill/>
                    </a:lnT>
                    <a:lnB>
                      <a:noFill/>
                    </a:lnB>
                    <a:noFill/>
                  </a:tcPr>
                </a:tc>
                <a:extLst>
                  <a:ext uri="{0D108BD9-81ED-4DB2-BD59-A6C34878D82A}">
                    <a16:rowId xmlns:a16="http://schemas.microsoft.com/office/drawing/2014/main" val="234724570"/>
                  </a:ext>
                </a:extLst>
              </a:tr>
              <a:tr h="304800">
                <a:tc>
                  <a:txBody>
                    <a:bodyPr/>
                    <a:lstStyle/>
                    <a:p>
                      <a:pPr>
                        <a:buNone/>
                      </a:pPr>
                      <a:r>
                        <a:rPr lang="en-US" sz="1400"/>
                        <a:t>Best for</a:t>
                      </a:r>
                    </a:p>
                  </a:txBody>
                  <a:tcPr anchor="ctr">
                    <a:lnL>
                      <a:noFill/>
                    </a:lnL>
                    <a:lnR>
                      <a:noFill/>
                    </a:lnR>
                    <a:lnT>
                      <a:noFill/>
                    </a:lnT>
                    <a:lnB>
                      <a:noFill/>
                    </a:lnB>
                    <a:noFill/>
                  </a:tcPr>
                </a:tc>
                <a:tc>
                  <a:txBody>
                    <a:bodyPr/>
                    <a:lstStyle/>
                    <a:p>
                      <a:pPr>
                        <a:buNone/>
                      </a:pPr>
                      <a:r>
                        <a:rPr lang="en-US" sz="1400"/>
                        <a:t>Business logic</a:t>
                      </a:r>
                    </a:p>
                  </a:txBody>
                  <a:tcPr anchor="ctr">
                    <a:lnL>
                      <a:noFill/>
                    </a:lnL>
                    <a:lnR>
                      <a:noFill/>
                    </a:lnR>
                    <a:lnT>
                      <a:noFill/>
                    </a:lnT>
                    <a:lnB>
                      <a:noFill/>
                    </a:lnB>
                    <a:noFill/>
                  </a:tcPr>
                </a:tc>
                <a:tc>
                  <a:txBody>
                    <a:bodyPr/>
                    <a:lstStyle/>
                    <a:p>
                      <a:pPr>
                        <a:buNone/>
                      </a:pPr>
                      <a:r>
                        <a:rPr lang="en-US" sz="1400" dirty="0"/>
                        <a:t>Public GET endpoints</a:t>
                      </a:r>
                    </a:p>
                  </a:txBody>
                  <a:tcPr anchor="ctr">
                    <a:lnL>
                      <a:noFill/>
                    </a:lnL>
                    <a:lnR>
                      <a:noFill/>
                    </a:lnR>
                    <a:lnT>
                      <a:noFill/>
                    </a:lnT>
                    <a:lnB>
                      <a:noFill/>
                    </a:lnB>
                    <a:noFill/>
                  </a:tcPr>
                </a:tc>
                <a:extLst>
                  <a:ext uri="{0D108BD9-81ED-4DB2-BD59-A6C34878D82A}">
                    <a16:rowId xmlns:a16="http://schemas.microsoft.com/office/drawing/2014/main" val="2954175756"/>
                  </a:ext>
                </a:extLst>
              </a:tr>
            </a:tbl>
          </a:graphicData>
        </a:graphic>
      </p:graphicFrame>
    </p:spTree>
    <p:extLst>
      <p:ext uri="{BB962C8B-B14F-4D97-AF65-F5344CB8AC3E}">
        <p14:creationId xmlns:p14="http://schemas.microsoft.com/office/powerpoint/2010/main" val="18030699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E0A82E-2DD1-0FFB-B8FB-C039A89AB911}"/>
              </a:ext>
            </a:extLst>
          </p:cNvPr>
          <p:cNvSpPr>
            <a:spLocks noGrp="1"/>
          </p:cNvSpPr>
          <p:nvPr>
            <p:ph type="title"/>
          </p:nvPr>
        </p:nvSpPr>
        <p:spPr/>
        <p:txBody>
          <a:bodyPr/>
          <a:lstStyle/>
          <a:p>
            <a:r>
              <a:rPr lang="en-US" dirty="0"/>
              <a:t>Eager vs Lazy Loading</a:t>
            </a:r>
          </a:p>
        </p:txBody>
      </p:sp>
      <p:pic>
        <p:nvPicPr>
          <p:cNvPr id="5" name="Picture 4">
            <a:extLst>
              <a:ext uri="{FF2B5EF4-FFF2-40B4-BE49-F238E27FC236}">
                <a16:creationId xmlns:a16="http://schemas.microsoft.com/office/drawing/2014/main" id="{13958F68-DECA-8236-B363-DB8B4EFFB5EB}"/>
              </a:ext>
            </a:extLst>
          </p:cNvPr>
          <p:cNvPicPr>
            <a:picLocks noChangeAspect="1"/>
          </p:cNvPicPr>
          <p:nvPr/>
        </p:nvPicPr>
        <p:blipFill>
          <a:blip r:embed="rId2"/>
          <a:stretch>
            <a:fillRect/>
          </a:stretch>
        </p:blipFill>
        <p:spPr>
          <a:xfrm>
            <a:off x="846589" y="1739802"/>
            <a:ext cx="3627088" cy="1239638"/>
          </a:xfrm>
          <a:prstGeom prst="rect">
            <a:avLst/>
          </a:prstGeom>
        </p:spPr>
      </p:pic>
      <p:pic>
        <p:nvPicPr>
          <p:cNvPr id="7" name="Picture 6">
            <a:extLst>
              <a:ext uri="{FF2B5EF4-FFF2-40B4-BE49-F238E27FC236}">
                <a16:creationId xmlns:a16="http://schemas.microsoft.com/office/drawing/2014/main" id="{C1F5807B-870E-19E7-3822-D8FF49370939}"/>
              </a:ext>
            </a:extLst>
          </p:cNvPr>
          <p:cNvPicPr>
            <a:picLocks noChangeAspect="1"/>
          </p:cNvPicPr>
          <p:nvPr/>
        </p:nvPicPr>
        <p:blipFill>
          <a:blip r:embed="rId3"/>
          <a:stretch>
            <a:fillRect/>
          </a:stretch>
        </p:blipFill>
        <p:spPr>
          <a:xfrm>
            <a:off x="891777" y="3253722"/>
            <a:ext cx="3581900" cy="1810003"/>
          </a:xfrm>
          <a:prstGeom prst="rect">
            <a:avLst/>
          </a:prstGeom>
        </p:spPr>
      </p:pic>
      <p:pic>
        <p:nvPicPr>
          <p:cNvPr id="9" name="Picture 8">
            <a:extLst>
              <a:ext uri="{FF2B5EF4-FFF2-40B4-BE49-F238E27FC236}">
                <a16:creationId xmlns:a16="http://schemas.microsoft.com/office/drawing/2014/main" id="{FA7A7A47-659F-EF55-9643-BFCF61828E6D}"/>
              </a:ext>
            </a:extLst>
          </p:cNvPr>
          <p:cNvPicPr>
            <a:picLocks noChangeAspect="1"/>
          </p:cNvPicPr>
          <p:nvPr/>
        </p:nvPicPr>
        <p:blipFill>
          <a:blip r:embed="rId4"/>
          <a:stretch>
            <a:fillRect/>
          </a:stretch>
        </p:blipFill>
        <p:spPr>
          <a:xfrm>
            <a:off x="5055479" y="2732523"/>
            <a:ext cx="3410426" cy="885949"/>
          </a:xfrm>
          <a:prstGeom prst="rect">
            <a:avLst/>
          </a:prstGeom>
        </p:spPr>
      </p:pic>
      <p:sp>
        <p:nvSpPr>
          <p:cNvPr id="10" name="TextBox 9">
            <a:extLst>
              <a:ext uri="{FF2B5EF4-FFF2-40B4-BE49-F238E27FC236}">
                <a16:creationId xmlns:a16="http://schemas.microsoft.com/office/drawing/2014/main" id="{ACA2F560-9181-D063-5957-36F80B381A82}"/>
              </a:ext>
            </a:extLst>
          </p:cNvPr>
          <p:cNvSpPr txBox="1"/>
          <p:nvPr/>
        </p:nvSpPr>
        <p:spPr>
          <a:xfrm>
            <a:off x="5055479" y="2359621"/>
            <a:ext cx="2318263" cy="253916"/>
          </a:xfrm>
          <a:prstGeom prst="rect">
            <a:avLst/>
          </a:prstGeom>
          <a:noFill/>
        </p:spPr>
        <p:txBody>
          <a:bodyPr wrap="none" rtlCol="0">
            <a:spAutoFit/>
          </a:bodyPr>
          <a:lstStyle/>
          <a:p>
            <a:r>
              <a:rPr lang="en-US" sz="1050" dirty="0"/>
              <a:t>Eager Loading (Include() method used):</a:t>
            </a:r>
          </a:p>
        </p:txBody>
      </p:sp>
      <p:sp>
        <p:nvSpPr>
          <p:cNvPr id="12" name="TextBox 11">
            <a:extLst>
              <a:ext uri="{FF2B5EF4-FFF2-40B4-BE49-F238E27FC236}">
                <a16:creationId xmlns:a16="http://schemas.microsoft.com/office/drawing/2014/main" id="{40B58490-7B52-DB76-42C3-726AD6FF1D27}"/>
              </a:ext>
            </a:extLst>
          </p:cNvPr>
          <p:cNvSpPr txBox="1"/>
          <p:nvPr/>
        </p:nvSpPr>
        <p:spPr>
          <a:xfrm>
            <a:off x="1627093" y="1359983"/>
            <a:ext cx="6856771" cy="261610"/>
          </a:xfrm>
          <a:prstGeom prst="rect">
            <a:avLst/>
          </a:prstGeom>
          <a:noFill/>
        </p:spPr>
        <p:txBody>
          <a:bodyPr wrap="square">
            <a:spAutoFit/>
          </a:bodyPr>
          <a:lstStyle/>
          <a:p>
            <a:r>
              <a:rPr lang="en-US" sz="1050" dirty="0"/>
              <a:t>Eager Loading gets record data for related records as part of the original query.</a:t>
            </a:r>
          </a:p>
        </p:txBody>
      </p:sp>
    </p:spTree>
    <p:extLst>
      <p:ext uri="{BB962C8B-B14F-4D97-AF65-F5344CB8AC3E}">
        <p14:creationId xmlns:p14="http://schemas.microsoft.com/office/powerpoint/2010/main" val="34200011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07BDC-0497-11A6-B685-18E3661F1B4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FDF0557-FC5F-47FB-06BC-DA11E55E56F1}"/>
              </a:ext>
            </a:extLst>
          </p:cNvPr>
          <p:cNvSpPr>
            <a:spLocks noGrp="1"/>
          </p:cNvSpPr>
          <p:nvPr>
            <p:ph type="title"/>
          </p:nvPr>
        </p:nvSpPr>
        <p:spPr/>
        <p:txBody>
          <a:bodyPr/>
          <a:lstStyle/>
          <a:p>
            <a:r>
              <a:rPr lang="en-US" dirty="0"/>
              <a:t>Eager vs Lazy Loading</a:t>
            </a:r>
          </a:p>
        </p:txBody>
      </p:sp>
      <p:pic>
        <p:nvPicPr>
          <p:cNvPr id="5" name="Picture 4">
            <a:extLst>
              <a:ext uri="{FF2B5EF4-FFF2-40B4-BE49-F238E27FC236}">
                <a16:creationId xmlns:a16="http://schemas.microsoft.com/office/drawing/2014/main" id="{370DE1B8-3BBA-233E-2323-7A6A1E79A22F}"/>
              </a:ext>
            </a:extLst>
          </p:cNvPr>
          <p:cNvPicPr>
            <a:picLocks noChangeAspect="1"/>
          </p:cNvPicPr>
          <p:nvPr/>
        </p:nvPicPr>
        <p:blipFill>
          <a:blip r:embed="rId2"/>
          <a:stretch>
            <a:fillRect/>
          </a:stretch>
        </p:blipFill>
        <p:spPr>
          <a:xfrm>
            <a:off x="744989" y="1759153"/>
            <a:ext cx="3627088" cy="1239638"/>
          </a:xfrm>
          <a:prstGeom prst="rect">
            <a:avLst/>
          </a:prstGeom>
        </p:spPr>
      </p:pic>
      <p:pic>
        <p:nvPicPr>
          <p:cNvPr id="7" name="Picture 6">
            <a:extLst>
              <a:ext uri="{FF2B5EF4-FFF2-40B4-BE49-F238E27FC236}">
                <a16:creationId xmlns:a16="http://schemas.microsoft.com/office/drawing/2014/main" id="{16E87E70-85AC-CEC1-498F-E71BE7F3AC53}"/>
              </a:ext>
            </a:extLst>
          </p:cNvPr>
          <p:cNvPicPr>
            <a:picLocks noChangeAspect="1"/>
          </p:cNvPicPr>
          <p:nvPr/>
        </p:nvPicPr>
        <p:blipFill>
          <a:blip r:embed="rId3"/>
          <a:stretch>
            <a:fillRect/>
          </a:stretch>
        </p:blipFill>
        <p:spPr>
          <a:xfrm>
            <a:off x="790177" y="3273073"/>
            <a:ext cx="3581900" cy="1810003"/>
          </a:xfrm>
          <a:prstGeom prst="rect">
            <a:avLst/>
          </a:prstGeom>
        </p:spPr>
      </p:pic>
      <p:sp>
        <p:nvSpPr>
          <p:cNvPr id="10" name="TextBox 9">
            <a:extLst>
              <a:ext uri="{FF2B5EF4-FFF2-40B4-BE49-F238E27FC236}">
                <a16:creationId xmlns:a16="http://schemas.microsoft.com/office/drawing/2014/main" id="{38935EA4-C26A-F5D0-3506-6FAC5DFD3E31}"/>
              </a:ext>
            </a:extLst>
          </p:cNvPr>
          <p:cNvSpPr txBox="1"/>
          <p:nvPr/>
        </p:nvSpPr>
        <p:spPr>
          <a:xfrm>
            <a:off x="4944047" y="1931604"/>
            <a:ext cx="1316386" cy="261610"/>
          </a:xfrm>
          <a:prstGeom prst="rect">
            <a:avLst/>
          </a:prstGeom>
          <a:noFill/>
        </p:spPr>
        <p:txBody>
          <a:bodyPr wrap="none" rtlCol="0">
            <a:spAutoFit/>
          </a:bodyPr>
          <a:lstStyle/>
          <a:p>
            <a:r>
              <a:rPr lang="en-US" sz="1100" dirty="0"/>
              <a:t>Lazy Loading (rare):</a:t>
            </a:r>
          </a:p>
        </p:txBody>
      </p:sp>
      <p:sp>
        <p:nvSpPr>
          <p:cNvPr id="12" name="TextBox 11">
            <a:extLst>
              <a:ext uri="{FF2B5EF4-FFF2-40B4-BE49-F238E27FC236}">
                <a16:creationId xmlns:a16="http://schemas.microsoft.com/office/drawing/2014/main" id="{59A94C73-C711-C96B-81C1-84A6D76D2ABC}"/>
              </a:ext>
            </a:extLst>
          </p:cNvPr>
          <p:cNvSpPr txBox="1"/>
          <p:nvPr/>
        </p:nvSpPr>
        <p:spPr>
          <a:xfrm>
            <a:off x="1311624" y="1348253"/>
            <a:ext cx="6801361" cy="261610"/>
          </a:xfrm>
          <a:prstGeom prst="rect">
            <a:avLst/>
          </a:prstGeom>
          <a:noFill/>
        </p:spPr>
        <p:txBody>
          <a:bodyPr wrap="square">
            <a:spAutoFit/>
          </a:bodyPr>
          <a:lstStyle/>
          <a:p>
            <a:r>
              <a:rPr lang="en-US" sz="1100" dirty="0"/>
              <a:t>Lazy Loading gets record data for related records only when needed. (more queries)</a:t>
            </a:r>
          </a:p>
        </p:txBody>
      </p:sp>
      <p:pic>
        <p:nvPicPr>
          <p:cNvPr id="4" name="Picture 3">
            <a:extLst>
              <a:ext uri="{FF2B5EF4-FFF2-40B4-BE49-F238E27FC236}">
                <a16:creationId xmlns:a16="http://schemas.microsoft.com/office/drawing/2014/main" id="{28CCC25B-B34A-D91C-5F2D-B5634E3C61EA}"/>
              </a:ext>
            </a:extLst>
          </p:cNvPr>
          <p:cNvPicPr>
            <a:picLocks noChangeAspect="1"/>
          </p:cNvPicPr>
          <p:nvPr/>
        </p:nvPicPr>
        <p:blipFill>
          <a:blip r:embed="rId4"/>
          <a:stretch>
            <a:fillRect/>
          </a:stretch>
        </p:blipFill>
        <p:spPr>
          <a:xfrm>
            <a:off x="5042703" y="2275969"/>
            <a:ext cx="2947765" cy="169584"/>
          </a:xfrm>
          <a:prstGeom prst="rect">
            <a:avLst/>
          </a:prstGeom>
        </p:spPr>
      </p:pic>
      <p:pic>
        <p:nvPicPr>
          <p:cNvPr id="8" name="Picture 7">
            <a:extLst>
              <a:ext uri="{FF2B5EF4-FFF2-40B4-BE49-F238E27FC236}">
                <a16:creationId xmlns:a16="http://schemas.microsoft.com/office/drawing/2014/main" id="{BBDC3738-F43B-896F-EC52-C1591135B127}"/>
              </a:ext>
            </a:extLst>
          </p:cNvPr>
          <p:cNvPicPr>
            <a:picLocks noChangeAspect="1"/>
          </p:cNvPicPr>
          <p:nvPr/>
        </p:nvPicPr>
        <p:blipFill>
          <a:blip r:embed="rId5"/>
          <a:stretch>
            <a:fillRect/>
          </a:stretch>
        </p:blipFill>
        <p:spPr>
          <a:xfrm>
            <a:off x="5196166" y="2551423"/>
            <a:ext cx="2640837" cy="508484"/>
          </a:xfrm>
          <a:prstGeom prst="rect">
            <a:avLst/>
          </a:prstGeom>
        </p:spPr>
      </p:pic>
      <p:pic>
        <p:nvPicPr>
          <p:cNvPr id="13" name="Picture 12">
            <a:extLst>
              <a:ext uri="{FF2B5EF4-FFF2-40B4-BE49-F238E27FC236}">
                <a16:creationId xmlns:a16="http://schemas.microsoft.com/office/drawing/2014/main" id="{C8E46BE7-B359-BBAB-4949-B810837EE2A0}"/>
              </a:ext>
            </a:extLst>
          </p:cNvPr>
          <p:cNvPicPr>
            <a:picLocks noChangeAspect="1"/>
          </p:cNvPicPr>
          <p:nvPr/>
        </p:nvPicPr>
        <p:blipFill>
          <a:blip r:embed="rId6"/>
          <a:stretch>
            <a:fillRect/>
          </a:stretch>
        </p:blipFill>
        <p:spPr>
          <a:xfrm>
            <a:off x="4758440" y="3275607"/>
            <a:ext cx="3516288" cy="638726"/>
          </a:xfrm>
          <a:prstGeom prst="rect">
            <a:avLst/>
          </a:prstGeom>
        </p:spPr>
      </p:pic>
      <p:pic>
        <p:nvPicPr>
          <p:cNvPr id="15" name="Picture 14">
            <a:extLst>
              <a:ext uri="{FF2B5EF4-FFF2-40B4-BE49-F238E27FC236}">
                <a16:creationId xmlns:a16="http://schemas.microsoft.com/office/drawing/2014/main" id="{7927FE37-D484-A424-87C2-34C3BC9A2BE0}"/>
              </a:ext>
            </a:extLst>
          </p:cNvPr>
          <p:cNvPicPr>
            <a:picLocks noChangeAspect="1"/>
          </p:cNvPicPr>
          <p:nvPr/>
        </p:nvPicPr>
        <p:blipFill>
          <a:blip r:embed="rId7"/>
          <a:stretch>
            <a:fillRect/>
          </a:stretch>
        </p:blipFill>
        <p:spPr>
          <a:xfrm>
            <a:off x="5115427" y="4398285"/>
            <a:ext cx="2081349" cy="641511"/>
          </a:xfrm>
          <a:prstGeom prst="rect">
            <a:avLst/>
          </a:prstGeom>
        </p:spPr>
      </p:pic>
      <p:sp>
        <p:nvSpPr>
          <p:cNvPr id="16" name="TextBox 15">
            <a:extLst>
              <a:ext uri="{FF2B5EF4-FFF2-40B4-BE49-F238E27FC236}">
                <a16:creationId xmlns:a16="http://schemas.microsoft.com/office/drawing/2014/main" id="{9CD4ADEC-23E5-3632-3D91-7C915B6F4D6D}"/>
              </a:ext>
            </a:extLst>
          </p:cNvPr>
          <p:cNvSpPr txBox="1"/>
          <p:nvPr/>
        </p:nvSpPr>
        <p:spPr>
          <a:xfrm>
            <a:off x="5042703" y="3914333"/>
            <a:ext cx="1957587" cy="430887"/>
          </a:xfrm>
          <a:prstGeom prst="rect">
            <a:avLst/>
          </a:prstGeom>
          <a:noFill/>
        </p:spPr>
        <p:txBody>
          <a:bodyPr wrap="none" rtlCol="0">
            <a:spAutoFit/>
          </a:bodyPr>
          <a:lstStyle/>
          <a:p>
            <a:r>
              <a:rPr lang="en-US" sz="1100" dirty="0"/>
              <a:t>If 100 orders, then 101 queries</a:t>
            </a:r>
          </a:p>
          <a:p>
            <a:r>
              <a:rPr lang="en-US" sz="1100" dirty="0"/>
              <a:t>(1 for orders, 100 for items):</a:t>
            </a:r>
          </a:p>
        </p:txBody>
      </p:sp>
    </p:spTree>
    <p:extLst>
      <p:ext uri="{BB962C8B-B14F-4D97-AF65-F5344CB8AC3E}">
        <p14:creationId xmlns:p14="http://schemas.microsoft.com/office/powerpoint/2010/main" val="11490543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4C61DC-85F0-D519-2321-9D177AB57783}"/>
              </a:ext>
            </a:extLst>
          </p:cNvPr>
          <p:cNvSpPr>
            <a:spLocks noGrp="1"/>
          </p:cNvSpPr>
          <p:nvPr>
            <p:ph type="title"/>
          </p:nvPr>
        </p:nvSpPr>
        <p:spPr/>
        <p:txBody>
          <a:bodyPr/>
          <a:lstStyle/>
          <a:p>
            <a:r>
              <a:rPr lang="en-US" dirty="0"/>
              <a:t>Explicit Loading</a:t>
            </a:r>
          </a:p>
        </p:txBody>
      </p:sp>
      <p:sp>
        <p:nvSpPr>
          <p:cNvPr id="2" name="Text Placeholder 1">
            <a:extLst>
              <a:ext uri="{FF2B5EF4-FFF2-40B4-BE49-F238E27FC236}">
                <a16:creationId xmlns:a16="http://schemas.microsoft.com/office/drawing/2014/main" id="{5413BC2B-7A5D-D363-FF64-C3777F7569DB}"/>
              </a:ext>
            </a:extLst>
          </p:cNvPr>
          <p:cNvSpPr>
            <a:spLocks noGrp="1"/>
          </p:cNvSpPr>
          <p:nvPr>
            <p:ph idx="1"/>
          </p:nvPr>
        </p:nvSpPr>
        <p:spPr>
          <a:xfrm>
            <a:off x="2266880" y="1622798"/>
            <a:ext cx="4610239" cy="1193252"/>
          </a:xfrm>
        </p:spPr>
        <p:txBody>
          <a:bodyPr>
            <a:normAutofit/>
          </a:bodyPr>
          <a:lstStyle/>
          <a:p>
            <a:r>
              <a:rPr lang="en-US" sz="1000" dirty="0">
                <a:solidFill>
                  <a:schemeClr val="tx1"/>
                </a:solidFill>
              </a:rPr>
              <a:t>Explicit loading uses EF core APIs like Entry(), Collection(), or Reference()</a:t>
            </a:r>
          </a:p>
          <a:p>
            <a:r>
              <a:rPr lang="en-US" sz="1000" dirty="0">
                <a:solidFill>
                  <a:schemeClr val="tx1"/>
                </a:solidFill>
              </a:rPr>
              <a:t>Rarely used – runs into same problem as lazy loading; many queries </a:t>
            </a:r>
          </a:p>
          <a:p>
            <a:r>
              <a:rPr lang="en-US" sz="1000" dirty="0">
                <a:solidFill>
                  <a:schemeClr val="tx1"/>
                </a:solidFill>
              </a:rPr>
              <a:t>Collection() will traverse relationship on to a set (many side of relationship)</a:t>
            </a:r>
          </a:p>
          <a:p>
            <a:r>
              <a:rPr lang="en-US" sz="1000" dirty="0">
                <a:solidFill>
                  <a:schemeClr val="tx1"/>
                </a:solidFill>
              </a:rPr>
              <a:t>Reference() will traverse relationship to a single entity (1 side of relationships)</a:t>
            </a:r>
          </a:p>
          <a:p>
            <a:endParaRPr lang="en-US" sz="1000" dirty="0">
              <a:solidFill>
                <a:schemeClr val="tx1"/>
              </a:solidFill>
            </a:endParaRPr>
          </a:p>
          <a:p>
            <a:endParaRPr lang="en-US" sz="1000" dirty="0">
              <a:solidFill>
                <a:schemeClr val="tx1"/>
              </a:solidFill>
            </a:endParaRPr>
          </a:p>
        </p:txBody>
      </p:sp>
      <p:pic>
        <p:nvPicPr>
          <p:cNvPr id="5" name="Picture 4">
            <a:extLst>
              <a:ext uri="{FF2B5EF4-FFF2-40B4-BE49-F238E27FC236}">
                <a16:creationId xmlns:a16="http://schemas.microsoft.com/office/drawing/2014/main" id="{B3ED925F-12AA-6162-B4B1-462B5347B109}"/>
              </a:ext>
            </a:extLst>
          </p:cNvPr>
          <p:cNvPicPr>
            <a:picLocks noChangeAspect="1"/>
          </p:cNvPicPr>
          <p:nvPr/>
        </p:nvPicPr>
        <p:blipFill>
          <a:blip r:embed="rId2"/>
          <a:stretch>
            <a:fillRect/>
          </a:stretch>
        </p:blipFill>
        <p:spPr>
          <a:xfrm>
            <a:off x="1399453" y="2571750"/>
            <a:ext cx="2296306" cy="807821"/>
          </a:xfrm>
          <a:prstGeom prst="rect">
            <a:avLst/>
          </a:prstGeom>
        </p:spPr>
      </p:pic>
      <p:pic>
        <p:nvPicPr>
          <p:cNvPr id="7" name="Picture 6">
            <a:extLst>
              <a:ext uri="{FF2B5EF4-FFF2-40B4-BE49-F238E27FC236}">
                <a16:creationId xmlns:a16="http://schemas.microsoft.com/office/drawing/2014/main" id="{F750B79B-F8C6-3E06-3C6D-1C38E85F6742}"/>
              </a:ext>
            </a:extLst>
          </p:cNvPr>
          <p:cNvPicPr>
            <a:picLocks noChangeAspect="1"/>
          </p:cNvPicPr>
          <p:nvPr/>
        </p:nvPicPr>
        <p:blipFill>
          <a:blip r:embed="rId3"/>
          <a:stretch>
            <a:fillRect/>
          </a:stretch>
        </p:blipFill>
        <p:spPr>
          <a:xfrm>
            <a:off x="4809019" y="2559971"/>
            <a:ext cx="2539556" cy="758077"/>
          </a:xfrm>
          <a:prstGeom prst="rect">
            <a:avLst/>
          </a:prstGeom>
        </p:spPr>
      </p:pic>
      <p:pic>
        <p:nvPicPr>
          <p:cNvPr id="9" name="Picture 8">
            <a:extLst>
              <a:ext uri="{FF2B5EF4-FFF2-40B4-BE49-F238E27FC236}">
                <a16:creationId xmlns:a16="http://schemas.microsoft.com/office/drawing/2014/main" id="{9B025BCE-2FBE-2290-B7E4-906FBE1EBF6E}"/>
              </a:ext>
            </a:extLst>
          </p:cNvPr>
          <p:cNvPicPr>
            <a:picLocks noChangeAspect="1"/>
          </p:cNvPicPr>
          <p:nvPr/>
        </p:nvPicPr>
        <p:blipFill>
          <a:blip r:embed="rId4"/>
          <a:stretch>
            <a:fillRect/>
          </a:stretch>
        </p:blipFill>
        <p:spPr>
          <a:xfrm>
            <a:off x="1581959" y="4039096"/>
            <a:ext cx="1887658" cy="782866"/>
          </a:xfrm>
          <a:prstGeom prst="rect">
            <a:avLst/>
          </a:prstGeom>
        </p:spPr>
      </p:pic>
      <p:sp>
        <p:nvSpPr>
          <p:cNvPr id="10" name="TextBox 9">
            <a:extLst>
              <a:ext uri="{FF2B5EF4-FFF2-40B4-BE49-F238E27FC236}">
                <a16:creationId xmlns:a16="http://schemas.microsoft.com/office/drawing/2014/main" id="{3D913945-7749-0AA8-B643-7AF62BEAED18}"/>
              </a:ext>
            </a:extLst>
          </p:cNvPr>
          <p:cNvSpPr txBox="1"/>
          <p:nvPr/>
        </p:nvSpPr>
        <p:spPr>
          <a:xfrm>
            <a:off x="1713884" y="3601956"/>
            <a:ext cx="1221809" cy="261610"/>
          </a:xfrm>
          <a:prstGeom prst="rect">
            <a:avLst/>
          </a:prstGeom>
          <a:noFill/>
        </p:spPr>
        <p:txBody>
          <a:bodyPr wrap="none" rtlCol="0">
            <a:spAutoFit/>
          </a:bodyPr>
          <a:lstStyle/>
          <a:p>
            <a:r>
              <a:rPr lang="en-US" sz="1100" dirty="0"/>
              <a:t>Roughly becomes:</a:t>
            </a:r>
          </a:p>
        </p:txBody>
      </p:sp>
      <p:pic>
        <p:nvPicPr>
          <p:cNvPr id="12" name="Picture 11">
            <a:extLst>
              <a:ext uri="{FF2B5EF4-FFF2-40B4-BE49-F238E27FC236}">
                <a16:creationId xmlns:a16="http://schemas.microsoft.com/office/drawing/2014/main" id="{2F5B7FC7-B33E-A86B-7C3C-5123B5C96684}"/>
              </a:ext>
            </a:extLst>
          </p:cNvPr>
          <p:cNvPicPr>
            <a:picLocks noChangeAspect="1"/>
          </p:cNvPicPr>
          <p:nvPr/>
        </p:nvPicPr>
        <p:blipFill>
          <a:blip r:embed="rId5"/>
          <a:stretch>
            <a:fillRect/>
          </a:stretch>
        </p:blipFill>
        <p:spPr>
          <a:xfrm>
            <a:off x="5134968" y="4022701"/>
            <a:ext cx="1887658" cy="815655"/>
          </a:xfrm>
          <a:prstGeom prst="rect">
            <a:avLst/>
          </a:prstGeom>
        </p:spPr>
      </p:pic>
      <p:sp>
        <p:nvSpPr>
          <p:cNvPr id="13" name="TextBox 12">
            <a:extLst>
              <a:ext uri="{FF2B5EF4-FFF2-40B4-BE49-F238E27FC236}">
                <a16:creationId xmlns:a16="http://schemas.microsoft.com/office/drawing/2014/main" id="{D619CCB1-2CB9-F7A8-7258-149ACAF06EB4}"/>
              </a:ext>
            </a:extLst>
          </p:cNvPr>
          <p:cNvSpPr txBox="1"/>
          <p:nvPr/>
        </p:nvSpPr>
        <p:spPr>
          <a:xfrm>
            <a:off x="4978194" y="3601955"/>
            <a:ext cx="1221809" cy="261610"/>
          </a:xfrm>
          <a:prstGeom prst="rect">
            <a:avLst/>
          </a:prstGeom>
          <a:noFill/>
        </p:spPr>
        <p:txBody>
          <a:bodyPr wrap="none" rtlCol="0">
            <a:spAutoFit/>
          </a:bodyPr>
          <a:lstStyle/>
          <a:p>
            <a:r>
              <a:rPr lang="en-US" sz="1100" dirty="0"/>
              <a:t>Roughly becomes:</a:t>
            </a:r>
          </a:p>
        </p:txBody>
      </p:sp>
    </p:spTree>
    <p:extLst>
      <p:ext uri="{BB962C8B-B14F-4D97-AF65-F5344CB8AC3E}">
        <p14:creationId xmlns:p14="http://schemas.microsoft.com/office/powerpoint/2010/main" val="319352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ABC168A-7741-A2B6-80D2-27E8171127BE}"/>
              </a:ext>
            </a:extLst>
          </p:cNvPr>
          <p:cNvSpPr>
            <a:spLocks noGrp="1"/>
          </p:cNvSpPr>
          <p:nvPr>
            <p:ph type="title"/>
          </p:nvPr>
        </p:nvSpPr>
        <p:spPr/>
        <p:txBody>
          <a:bodyPr/>
          <a:lstStyle/>
          <a:p>
            <a:r>
              <a:rPr lang="en-US" dirty="0"/>
              <a:t>Eager vs Lazy vs Explicit Loading</a:t>
            </a:r>
          </a:p>
        </p:txBody>
      </p:sp>
      <p:sp>
        <p:nvSpPr>
          <p:cNvPr id="2" name="Text Placeholder 1">
            <a:extLst>
              <a:ext uri="{FF2B5EF4-FFF2-40B4-BE49-F238E27FC236}">
                <a16:creationId xmlns:a16="http://schemas.microsoft.com/office/drawing/2014/main" id="{9D0CCB1F-BB8B-74F4-8237-5AFB01E94F2C}"/>
              </a:ext>
            </a:extLst>
          </p:cNvPr>
          <p:cNvSpPr>
            <a:spLocks noGrp="1"/>
          </p:cNvSpPr>
          <p:nvPr>
            <p:ph idx="1"/>
          </p:nvPr>
        </p:nvSpPr>
        <p:spPr>
          <a:xfrm>
            <a:off x="435895" y="1635373"/>
            <a:ext cx="8272211" cy="337933"/>
          </a:xfrm>
        </p:spPr>
        <p:txBody>
          <a:bodyPr/>
          <a:lstStyle/>
          <a:p>
            <a:r>
              <a:rPr lang="en-US" sz="1100" dirty="0"/>
              <a:t>In general, manual separate queries or projection is often preferred (i.e. no eager, lazy, or explicit loading):</a:t>
            </a:r>
          </a:p>
        </p:txBody>
      </p:sp>
      <p:pic>
        <p:nvPicPr>
          <p:cNvPr id="5" name="Picture 4">
            <a:extLst>
              <a:ext uri="{FF2B5EF4-FFF2-40B4-BE49-F238E27FC236}">
                <a16:creationId xmlns:a16="http://schemas.microsoft.com/office/drawing/2014/main" id="{18F1BB0D-B70B-C890-5870-47FF373EC916}"/>
              </a:ext>
            </a:extLst>
          </p:cNvPr>
          <p:cNvPicPr>
            <a:picLocks noChangeAspect="1"/>
          </p:cNvPicPr>
          <p:nvPr/>
        </p:nvPicPr>
        <p:blipFill>
          <a:blip r:embed="rId2"/>
          <a:stretch>
            <a:fillRect/>
          </a:stretch>
        </p:blipFill>
        <p:spPr>
          <a:xfrm>
            <a:off x="1231320" y="2395880"/>
            <a:ext cx="3149333" cy="1524304"/>
          </a:xfrm>
          <a:prstGeom prst="rect">
            <a:avLst/>
          </a:prstGeom>
        </p:spPr>
      </p:pic>
      <p:pic>
        <p:nvPicPr>
          <p:cNvPr id="7" name="Picture 6">
            <a:extLst>
              <a:ext uri="{FF2B5EF4-FFF2-40B4-BE49-F238E27FC236}">
                <a16:creationId xmlns:a16="http://schemas.microsoft.com/office/drawing/2014/main" id="{AEA096D2-4328-BF08-709E-77294D923566}"/>
              </a:ext>
            </a:extLst>
          </p:cNvPr>
          <p:cNvPicPr>
            <a:picLocks noChangeAspect="1"/>
          </p:cNvPicPr>
          <p:nvPr/>
        </p:nvPicPr>
        <p:blipFill>
          <a:blip r:embed="rId3"/>
          <a:stretch>
            <a:fillRect/>
          </a:stretch>
        </p:blipFill>
        <p:spPr>
          <a:xfrm>
            <a:off x="5327555" y="2281083"/>
            <a:ext cx="2175253" cy="1753897"/>
          </a:xfrm>
          <a:prstGeom prst="rect">
            <a:avLst/>
          </a:prstGeom>
        </p:spPr>
      </p:pic>
      <p:sp>
        <p:nvSpPr>
          <p:cNvPr id="8" name="TextBox 7">
            <a:extLst>
              <a:ext uri="{FF2B5EF4-FFF2-40B4-BE49-F238E27FC236}">
                <a16:creationId xmlns:a16="http://schemas.microsoft.com/office/drawing/2014/main" id="{A39FACF8-5FF8-CDC6-533F-E7B4DCB4721C}"/>
              </a:ext>
            </a:extLst>
          </p:cNvPr>
          <p:cNvSpPr txBox="1"/>
          <p:nvPr/>
        </p:nvSpPr>
        <p:spPr>
          <a:xfrm>
            <a:off x="1157005" y="2088103"/>
            <a:ext cx="1983107" cy="307777"/>
          </a:xfrm>
          <a:prstGeom prst="rect">
            <a:avLst/>
          </a:prstGeom>
          <a:noFill/>
        </p:spPr>
        <p:txBody>
          <a:bodyPr wrap="none" rtlCol="0">
            <a:spAutoFit/>
          </a:bodyPr>
          <a:lstStyle/>
          <a:p>
            <a:r>
              <a:rPr lang="en-US" sz="1400" dirty="0"/>
              <a:t>Manual separate queries:</a:t>
            </a:r>
          </a:p>
        </p:txBody>
      </p:sp>
      <p:sp>
        <p:nvSpPr>
          <p:cNvPr id="9" name="TextBox 8">
            <a:extLst>
              <a:ext uri="{FF2B5EF4-FFF2-40B4-BE49-F238E27FC236}">
                <a16:creationId xmlns:a16="http://schemas.microsoft.com/office/drawing/2014/main" id="{431B807E-5793-0BEC-22D5-9BACAF5CE6A9}"/>
              </a:ext>
            </a:extLst>
          </p:cNvPr>
          <p:cNvSpPr txBox="1"/>
          <p:nvPr/>
        </p:nvSpPr>
        <p:spPr>
          <a:xfrm>
            <a:off x="5257057" y="1973306"/>
            <a:ext cx="975267" cy="307777"/>
          </a:xfrm>
          <a:prstGeom prst="rect">
            <a:avLst/>
          </a:prstGeom>
          <a:noFill/>
        </p:spPr>
        <p:txBody>
          <a:bodyPr wrap="none" rtlCol="0">
            <a:spAutoFit/>
          </a:bodyPr>
          <a:lstStyle/>
          <a:p>
            <a:r>
              <a:rPr lang="en-US" sz="1400" dirty="0"/>
              <a:t>Projection:</a:t>
            </a:r>
          </a:p>
        </p:txBody>
      </p:sp>
    </p:spTree>
    <p:extLst>
      <p:ext uri="{BB962C8B-B14F-4D97-AF65-F5344CB8AC3E}">
        <p14:creationId xmlns:p14="http://schemas.microsoft.com/office/powerpoint/2010/main" val="24569756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84B3E-B266-4AA1-BBB2-834747B74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695EB5-AEF7-57D1-90E0-DED9DE4138A7}"/>
              </a:ext>
            </a:extLst>
          </p:cNvPr>
          <p:cNvSpPr>
            <a:spLocks noGrp="1"/>
          </p:cNvSpPr>
          <p:nvPr>
            <p:ph type="title"/>
          </p:nvPr>
        </p:nvSpPr>
        <p:spPr/>
        <p:txBody>
          <a:bodyPr/>
          <a:lstStyle/>
          <a:p>
            <a:r>
              <a:rPr lang="en-US" dirty="0"/>
              <a:t>Clean Code</a:t>
            </a:r>
          </a:p>
        </p:txBody>
      </p:sp>
      <p:pic>
        <p:nvPicPr>
          <p:cNvPr id="10" name="Picture 9">
            <a:extLst>
              <a:ext uri="{FF2B5EF4-FFF2-40B4-BE49-F238E27FC236}">
                <a16:creationId xmlns:a16="http://schemas.microsoft.com/office/drawing/2014/main" id="{2E6DFCAA-4D4A-5A1C-7FD8-05F0EE76D053}"/>
              </a:ext>
            </a:extLst>
          </p:cNvPr>
          <p:cNvPicPr>
            <a:picLocks noChangeAspect="1"/>
          </p:cNvPicPr>
          <p:nvPr/>
        </p:nvPicPr>
        <p:blipFill>
          <a:blip r:embed="rId2"/>
          <a:stretch>
            <a:fillRect/>
          </a:stretch>
        </p:blipFill>
        <p:spPr>
          <a:xfrm>
            <a:off x="2297886" y="1459063"/>
            <a:ext cx="4548228" cy="3330753"/>
          </a:xfrm>
          <a:prstGeom prst="rect">
            <a:avLst/>
          </a:prstGeom>
        </p:spPr>
      </p:pic>
    </p:spTree>
    <p:extLst>
      <p:ext uri="{BB962C8B-B14F-4D97-AF65-F5344CB8AC3E}">
        <p14:creationId xmlns:p14="http://schemas.microsoft.com/office/powerpoint/2010/main" val="15258903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3D504-EE2A-AEED-5D91-E1D393647E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54C5C2-0E18-17A1-A2FA-040E5EBD52CF}"/>
              </a:ext>
            </a:extLst>
          </p:cNvPr>
          <p:cNvSpPr>
            <a:spLocks noGrp="1"/>
          </p:cNvSpPr>
          <p:nvPr>
            <p:ph type="title"/>
          </p:nvPr>
        </p:nvSpPr>
        <p:spPr/>
        <p:txBody>
          <a:bodyPr/>
          <a:lstStyle/>
          <a:p>
            <a:r>
              <a:rPr lang="en-US" dirty="0"/>
              <a:t>CQRS</a:t>
            </a:r>
          </a:p>
        </p:txBody>
      </p:sp>
      <p:sp>
        <p:nvSpPr>
          <p:cNvPr id="3" name="TextBox 2">
            <a:extLst>
              <a:ext uri="{FF2B5EF4-FFF2-40B4-BE49-F238E27FC236}">
                <a16:creationId xmlns:a16="http://schemas.microsoft.com/office/drawing/2014/main" id="{F0C0E464-A224-8915-5CFC-3DD423E607E8}"/>
              </a:ext>
            </a:extLst>
          </p:cNvPr>
          <p:cNvSpPr txBox="1"/>
          <p:nvPr/>
        </p:nvSpPr>
        <p:spPr>
          <a:xfrm>
            <a:off x="1706400" y="1267200"/>
            <a:ext cx="1766830" cy="954107"/>
          </a:xfrm>
          <a:prstGeom prst="rect">
            <a:avLst/>
          </a:prstGeom>
          <a:noFill/>
        </p:spPr>
        <p:txBody>
          <a:bodyPr wrap="none" rtlCol="0">
            <a:spAutoFit/>
          </a:bodyPr>
          <a:lstStyle/>
          <a:p>
            <a:r>
              <a:rPr lang="en-US" dirty="0">
                <a:solidFill>
                  <a:schemeClr val="bg1"/>
                </a:solidFill>
              </a:rPr>
              <a:t>Command</a:t>
            </a:r>
          </a:p>
          <a:p>
            <a:endParaRPr lang="en-US" dirty="0">
              <a:solidFill>
                <a:schemeClr val="bg1"/>
              </a:solidFill>
            </a:endParaRPr>
          </a:p>
          <a:p>
            <a:pPr marL="285750" indent="-285750">
              <a:buClr>
                <a:schemeClr val="bg1"/>
              </a:buClr>
              <a:buFontTx/>
              <a:buChar char="-"/>
            </a:pPr>
            <a:r>
              <a:rPr lang="en-US" dirty="0">
                <a:solidFill>
                  <a:schemeClr val="bg1"/>
                </a:solidFill>
              </a:rPr>
              <a:t>Does something</a:t>
            </a:r>
          </a:p>
          <a:p>
            <a:pPr marL="285750" indent="-285750">
              <a:buClr>
                <a:schemeClr val="bg1"/>
              </a:buClr>
              <a:buFontTx/>
              <a:buChar char="-"/>
            </a:pPr>
            <a:r>
              <a:rPr lang="en-US" dirty="0">
                <a:solidFill>
                  <a:schemeClr val="bg1"/>
                </a:solidFill>
              </a:rPr>
              <a:t>Modifies State</a:t>
            </a:r>
          </a:p>
        </p:txBody>
      </p:sp>
      <p:sp>
        <p:nvSpPr>
          <p:cNvPr id="4" name="TextBox 3">
            <a:extLst>
              <a:ext uri="{FF2B5EF4-FFF2-40B4-BE49-F238E27FC236}">
                <a16:creationId xmlns:a16="http://schemas.microsoft.com/office/drawing/2014/main" id="{BC9B1AB2-A993-1DF4-4460-CEAA72A56875}"/>
              </a:ext>
            </a:extLst>
          </p:cNvPr>
          <p:cNvSpPr txBox="1"/>
          <p:nvPr/>
        </p:nvSpPr>
        <p:spPr>
          <a:xfrm>
            <a:off x="4881600" y="1267200"/>
            <a:ext cx="2234907" cy="954107"/>
          </a:xfrm>
          <a:prstGeom prst="rect">
            <a:avLst/>
          </a:prstGeom>
          <a:noFill/>
        </p:spPr>
        <p:txBody>
          <a:bodyPr wrap="none" rtlCol="0">
            <a:spAutoFit/>
          </a:bodyPr>
          <a:lstStyle/>
          <a:p>
            <a:r>
              <a:rPr lang="en-US" dirty="0">
                <a:solidFill>
                  <a:schemeClr val="bg1"/>
                </a:solidFill>
              </a:rPr>
              <a:t>Query </a:t>
            </a:r>
          </a:p>
          <a:p>
            <a:endParaRPr lang="en-US" dirty="0">
              <a:solidFill>
                <a:schemeClr val="bg1"/>
              </a:solidFill>
            </a:endParaRPr>
          </a:p>
          <a:p>
            <a:pPr marL="285750" indent="-285750">
              <a:buClr>
                <a:schemeClr val="bg1"/>
              </a:buClr>
              <a:buFontTx/>
              <a:buChar char="-"/>
            </a:pPr>
            <a:r>
              <a:rPr lang="en-US" dirty="0">
                <a:solidFill>
                  <a:schemeClr val="bg1"/>
                </a:solidFill>
              </a:rPr>
              <a:t>Answers a question</a:t>
            </a:r>
          </a:p>
          <a:p>
            <a:pPr marL="285750" indent="-285750">
              <a:buClr>
                <a:schemeClr val="bg1"/>
              </a:buClr>
              <a:buFontTx/>
              <a:buChar char="-"/>
            </a:pPr>
            <a:r>
              <a:rPr lang="en-US" dirty="0">
                <a:solidFill>
                  <a:schemeClr val="bg1"/>
                </a:solidFill>
              </a:rPr>
              <a:t>Does not modify State</a:t>
            </a:r>
          </a:p>
        </p:txBody>
      </p:sp>
      <p:sp>
        <p:nvSpPr>
          <p:cNvPr id="5" name="TextBox 4">
            <a:extLst>
              <a:ext uri="{FF2B5EF4-FFF2-40B4-BE49-F238E27FC236}">
                <a16:creationId xmlns:a16="http://schemas.microsoft.com/office/drawing/2014/main" id="{E1AA76C0-06AB-16E7-2E96-2FEC2D073127}"/>
              </a:ext>
            </a:extLst>
          </p:cNvPr>
          <p:cNvSpPr txBox="1"/>
          <p:nvPr/>
        </p:nvSpPr>
        <p:spPr>
          <a:xfrm>
            <a:off x="1742079" y="1719799"/>
            <a:ext cx="5191486" cy="369332"/>
          </a:xfrm>
          <a:prstGeom prst="rect">
            <a:avLst/>
          </a:prstGeom>
          <a:noFill/>
        </p:spPr>
        <p:txBody>
          <a:bodyPr wrap="none" rtlCol="0">
            <a:spAutoFit/>
          </a:bodyPr>
          <a:lstStyle/>
          <a:p>
            <a:r>
              <a:rPr lang="en-US" dirty="0">
                <a:solidFill>
                  <a:schemeClr val="accent3"/>
                </a:solidFill>
              </a:rPr>
              <a:t>CQRS</a:t>
            </a:r>
            <a:r>
              <a:rPr lang="en-US" dirty="0">
                <a:solidFill>
                  <a:schemeClr val="bg1"/>
                </a:solidFill>
              </a:rPr>
              <a:t> </a:t>
            </a:r>
            <a:r>
              <a:rPr lang="en-US" dirty="0"/>
              <a:t>= Command Query Responsibility Segregation</a:t>
            </a:r>
          </a:p>
        </p:txBody>
      </p:sp>
      <p:pic>
        <p:nvPicPr>
          <p:cNvPr id="7" name="Picture 6">
            <a:extLst>
              <a:ext uri="{FF2B5EF4-FFF2-40B4-BE49-F238E27FC236}">
                <a16:creationId xmlns:a16="http://schemas.microsoft.com/office/drawing/2014/main" id="{EE062DC4-E8E3-5600-EE0C-7DEE5E99EB0B}"/>
              </a:ext>
            </a:extLst>
          </p:cNvPr>
          <p:cNvPicPr>
            <a:picLocks noChangeAspect="1"/>
          </p:cNvPicPr>
          <p:nvPr/>
        </p:nvPicPr>
        <p:blipFill>
          <a:blip r:embed="rId2"/>
          <a:stretch>
            <a:fillRect/>
          </a:stretch>
        </p:blipFill>
        <p:spPr>
          <a:xfrm>
            <a:off x="2042074" y="2326286"/>
            <a:ext cx="5059848" cy="2349215"/>
          </a:xfrm>
          <a:prstGeom prst="rect">
            <a:avLst/>
          </a:prstGeom>
        </p:spPr>
      </p:pic>
    </p:spTree>
    <p:extLst>
      <p:ext uri="{BB962C8B-B14F-4D97-AF65-F5344CB8AC3E}">
        <p14:creationId xmlns:p14="http://schemas.microsoft.com/office/powerpoint/2010/main" val="39758620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2BA8A-3066-B3A6-6D44-E04139DA4C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737E3A-D904-F750-E88B-5D9556F95730}"/>
              </a:ext>
            </a:extLst>
          </p:cNvPr>
          <p:cNvSpPr>
            <a:spLocks noGrp="1"/>
          </p:cNvSpPr>
          <p:nvPr>
            <p:ph type="title"/>
          </p:nvPr>
        </p:nvSpPr>
        <p:spPr/>
        <p:txBody>
          <a:bodyPr/>
          <a:lstStyle/>
          <a:p>
            <a:r>
              <a:rPr lang="en-US" dirty="0"/>
              <a:t>Mediator Pattern</a:t>
            </a:r>
          </a:p>
        </p:txBody>
      </p:sp>
      <p:sp>
        <p:nvSpPr>
          <p:cNvPr id="5" name="TextBox 4">
            <a:extLst>
              <a:ext uri="{FF2B5EF4-FFF2-40B4-BE49-F238E27FC236}">
                <a16:creationId xmlns:a16="http://schemas.microsoft.com/office/drawing/2014/main" id="{FE2E674B-0B92-B8D5-8F21-74E1F428CBD7}"/>
              </a:ext>
            </a:extLst>
          </p:cNvPr>
          <p:cNvSpPr txBox="1"/>
          <p:nvPr/>
        </p:nvSpPr>
        <p:spPr>
          <a:xfrm>
            <a:off x="2627781" y="1866656"/>
            <a:ext cx="3888437" cy="1169551"/>
          </a:xfrm>
          <a:prstGeom prst="rect">
            <a:avLst/>
          </a:prstGeom>
          <a:noFill/>
        </p:spPr>
        <p:txBody>
          <a:bodyPr wrap="none" rtlCol="0">
            <a:spAutoFit/>
          </a:bodyPr>
          <a:lstStyle/>
          <a:p>
            <a:r>
              <a:rPr lang="en-US" sz="1400" dirty="0"/>
              <a:t>API/Endpoints &gt; Controller &gt; Service &gt; Repo &gt; EF</a:t>
            </a:r>
            <a:br>
              <a:rPr lang="en-US" sz="1400" dirty="0"/>
            </a:br>
            <a:br>
              <a:rPr lang="en-US" sz="1400" dirty="0"/>
            </a:br>
            <a:br>
              <a:rPr lang="en-US" sz="1400" dirty="0"/>
            </a:br>
            <a:br>
              <a:rPr lang="en-US" sz="1400" dirty="0"/>
            </a:br>
            <a:endParaRPr lang="en-US" sz="1400" dirty="0"/>
          </a:p>
        </p:txBody>
      </p:sp>
      <p:sp>
        <p:nvSpPr>
          <p:cNvPr id="6" name="TextBox 5">
            <a:extLst>
              <a:ext uri="{FF2B5EF4-FFF2-40B4-BE49-F238E27FC236}">
                <a16:creationId xmlns:a16="http://schemas.microsoft.com/office/drawing/2014/main" id="{BA82759D-9433-3B26-9AA8-510C4DBD944D}"/>
              </a:ext>
            </a:extLst>
          </p:cNvPr>
          <p:cNvSpPr txBox="1"/>
          <p:nvPr/>
        </p:nvSpPr>
        <p:spPr>
          <a:xfrm>
            <a:off x="4563665" y="3361540"/>
            <a:ext cx="1734770" cy="738664"/>
          </a:xfrm>
          <a:prstGeom prst="rect">
            <a:avLst/>
          </a:prstGeom>
          <a:noFill/>
        </p:spPr>
        <p:txBody>
          <a:bodyPr wrap="none" rtlCol="0">
            <a:spAutoFit/>
          </a:bodyPr>
          <a:lstStyle/>
          <a:p>
            <a:r>
              <a:rPr lang="en-US" sz="1400" dirty="0"/>
              <a:t>Query Handler &gt;</a:t>
            </a:r>
          </a:p>
          <a:p>
            <a:endParaRPr lang="en-US" sz="1400" dirty="0"/>
          </a:p>
          <a:p>
            <a:r>
              <a:rPr lang="en-US" sz="1400" dirty="0"/>
              <a:t>Command Handler &gt;</a:t>
            </a:r>
          </a:p>
        </p:txBody>
      </p:sp>
      <p:sp>
        <p:nvSpPr>
          <p:cNvPr id="8" name="TextBox 7">
            <a:extLst>
              <a:ext uri="{FF2B5EF4-FFF2-40B4-BE49-F238E27FC236}">
                <a16:creationId xmlns:a16="http://schemas.microsoft.com/office/drawing/2014/main" id="{10C36D19-C003-5AD8-622D-EAFCB274542D}"/>
              </a:ext>
            </a:extLst>
          </p:cNvPr>
          <p:cNvSpPr txBox="1"/>
          <p:nvPr/>
        </p:nvSpPr>
        <p:spPr>
          <a:xfrm>
            <a:off x="6404233" y="3499345"/>
            <a:ext cx="793807" cy="307777"/>
          </a:xfrm>
          <a:prstGeom prst="rect">
            <a:avLst/>
          </a:prstGeom>
          <a:noFill/>
        </p:spPr>
        <p:txBody>
          <a:bodyPr wrap="none" rtlCol="0">
            <a:spAutoFit/>
          </a:bodyPr>
          <a:lstStyle/>
          <a:p>
            <a:r>
              <a:rPr lang="en-US" sz="1400" dirty="0"/>
              <a:t>Repo/EF</a:t>
            </a:r>
          </a:p>
        </p:txBody>
      </p:sp>
      <p:sp>
        <p:nvSpPr>
          <p:cNvPr id="9" name="TextBox 8">
            <a:extLst>
              <a:ext uri="{FF2B5EF4-FFF2-40B4-BE49-F238E27FC236}">
                <a16:creationId xmlns:a16="http://schemas.microsoft.com/office/drawing/2014/main" id="{543782F6-BA5B-FC80-2435-26192299F712}"/>
              </a:ext>
            </a:extLst>
          </p:cNvPr>
          <p:cNvSpPr txBox="1"/>
          <p:nvPr/>
        </p:nvSpPr>
        <p:spPr>
          <a:xfrm>
            <a:off x="1209862" y="3576983"/>
            <a:ext cx="3211457" cy="307777"/>
          </a:xfrm>
          <a:prstGeom prst="rect">
            <a:avLst/>
          </a:prstGeom>
          <a:noFill/>
        </p:spPr>
        <p:txBody>
          <a:bodyPr wrap="none" rtlCol="0">
            <a:spAutoFit/>
          </a:bodyPr>
          <a:lstStyle/>
          <a:p>
            <a:r>
              <a:rPr lang="en-US" sz="1400" dirty="0"/>
              <a:t>API/Endpoints &gt; Controller &gt; Mediator &gt;</a:t>
            </a:r>
          </a:p>
        </p:txBody>
      </p:sp>
      <p:sp>
        <p:nvSpPr>
          <p:cNvPr id="10" name="TextBox 9">
            <a:extLst>
              <a:ext uri="{FF2B5EF4-FFF2-40B4-BE49-F238E27FC236}">
                <a16:creationId xmlns:a16="http://schemas.microsoft.com/office/drawing/2014/main" id="{8DDFD93A-105E-D375-E782-42F7D0498FB1}"/>
              </a:ext>
            </a:extLst>
          </p:cNvPr>
          <p:cNvSpPr txBox="1"/>
          <p:nvPr/>
        </p:nvSpPr>
        <p:spPr>
          <a:xfrm>
            <a:off x="4809197" y="3109635"/>
            <a:ext cx="1058303" cy="253916"/>
          </a:xfrm>
          <a:prstGeom prst="rect">
            <a:avLst/>
          </a:prstGeom>
          <a:noFill/>
        </p:spPr>
        <p:txBody>
          <a:bodyPr wrap="none" rtlCol="0">
            <a:spAutoFit/>
          </a:bodyPr>
          <a:lstStyle/>
          <a:p>
            <a:r>
              <a:rPr lang="en-US" sz="1000" dirty="0"/>
              <a:t>CQRS Handlers</a:t>
            </a:r>
          </a:p>
        </p:txBody>
      </p:sp>
    </p:spTree>
    <p:extLst>
      <p:ext uri="{BB962C8B-B14F-4D97-AF65-F5344CB8AC3E}">
        <p14:creationId xmlns:p14="http://schemas.microsoft.com/office/powerpoint/2010/main" val="39976664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F9DCFC-CE1F-8BAC-DA0F-5DD1FDEEFE85}"/>
              </a:ext>
            </a:extLst>
          </p:cNvPr>
          <p:cNvSpPr>
            <a:spLocks noGrp="1"/>
          </p:cNvSpPr>
          <p:nvPr>
            <p:ph type="title"/>
          </p:nvPr>
        </p:nvSpPr>
        <p:spPr/>
        <p:txBody>
          <a:bodyPr/>
          <a:lstStyle/>
          <a:p>
            <a:r>
              <a:rPr lang="en-US" dirty="0" err="1"/>
              <a:t>Mediatr</a:t>
            </a:r>
            <a:r>
              <a:rPr lang="en-US" dirty="0"/>
              <a:t> &amp; CQRS Setup</a:t>
            </a:r>
          </a:p>
        </p:txBody>
      </p:sp>
      <p:sp>
        <p:nvSpPr>
          <p:cNvPr id="2" name="Text Placeholder 1">
            <a:extLst>
              <a:ext uri="{FF2B5EF4-FFF2-40B4-BE49-F238E27FC236}">
                <a16:creationId xmlns:a16="http://schemas.microsoft.com/office/drawing/2014/main" id="{5291971E-93F4-CFA6-DC5A-F96D9618298E}"/>
              </a:ext>
            </a:extLst>
          </p:cNvPr>
          <p:cNvSpPr>
            <a:spLocks noGrp="1"/>
          </p:cNvSpPr>
          <p:nvPr>
            <p:ph idx="1"/>
          </p:nvPr>
        </p:nvSpPr>
        <p:spPr>
          <a:xfrm>
            <a:off x="435895" y="1378857"/>
            <a:ext cx="8272211" cy="435429"/>
          </a:xfrm>
        </p:spPr>
        <p:txBody>
          <a:bodyPr>
            <a:normAutofit/>
          </a:bodyPr>
          <a:lstStyle/>
          <a:p>
            <a:r>
              <a:rPr lang="en-US" dirty="0">
                <a:solidFill>
                  <a:schemeClr val="tx1"/>
                </a:solidFill>
              </a:rPr>
              <a:t>Install </a:t>
            </a:r>
            <a:r>
              <a:rPr lang="en-US" dirty="0" err="1">
                <a:solidFill>
                  <a:schemeClr val="tx1"/>
                </a:solidFill>
              </a:rPr>
              <a:t>nuget</a:t>
            </a:r>
            <a:r>
              <a:rPr lang="en-US" dirty="0">
                <a:solidFill>
                  <a:schemeClr val="tx1"/>
                </a:solidFill>
              </a:rPr>
              <a:t> package to application layer</a:t>
            </a:r>
          </a:p>
        </p:txBody>
      </p:sp>
      <p:pic>
        <p:nvPicPr>
          <p:cNvPr id="5" name="Picture 4">
            <a:extLst>
              <a:ext uri="{FF2B5EF4-FFF2-40B4-BE49-F238E27FC236}">
                <a16:creationId xmlns:a16="http://schemas.microsoft.com/office/drawing/2014/main" id="{3A4FBFF8-C1C4-B047-A72E-7D8378BBA095}"/>
              </a:ext>
            </a:extLst>
          </p:cNvPr>
          <p:cNvPicPr>
            <a:picLocks noChangeAspect="1"/>
          </p:cNvPicPr>
          <p:nvPr/>
        </p:nvPicPr>
        <p:blipFill>
          <a:blip r:embed="rId2"/>
          <a:stretch>
            <a:fillRect/>
          </a:stretch>
        </p:blipFill>
        <p:spPr>
          <a:xfrm>
            <a:off x="2027153" y="1869422"/>
            <a:ext cx="5088194" cy="702328"/>
          </a:xfrm>
          <a:prstGeom prst="rect">
            <a:avLst/>
          </a:prstGeom>
        </p:spPr>
      </p:pic>
      <p:pic>
        <p:nvPicPr>
          <p:cNvPr id="7" name="Picture 6">
            <a:extLst>
              <a:ext uri="{FF2B5EF4-FFF2-40B4-BE49-F238E27FC236}">
                <a16:creationId xmlns:a16="http://schemas.microsoft.com/office/drawing/2014/main" id="{95BC0D34-8E52-F6E1-A93E-A8CD470F8FF9}"/>
              </a:ext>
            </a:extLst>
          </p:cNvPr>
          <p:cNvPicPr>
            <a:picLocks noChangeAspect="1"/>
          </p:cNvPicPr>
          <p:nvPr/>
        </p:nvPicPr>
        <p:blipFill>
          <a:blip r:embed="rId3"/>
          <a:stretch>
            <a:fillRect/>
          </a:stretch>
        </p:blipFill>
        <p:spPr>
          <a:xfrm>
            <a:off x="3687087" y="3279247"/>
            <a:ext cx="1769825" cy="1504953"/>
          </a:xfrm>
          <a:prstGeom prst="rect">
            <a:avLst/>
          </a:prstGeom>
        </p:spPr>
      </p:pic>
      <p:sp>
        <p:nvSpPr>
          <p:cNvPr id="8" name="TextBox 7">
            <a:extLst>
              <a:ext uri="{FF2B5EF4-FFF2-40B4-BE49-F238E27FC236}">
                <a16:creationId xmlns:a16="http://schemas.microsoft.com/office/drawing/2014/main" id="{18FA1715-027B-1EC6-126E-D470B911D0D4}"/>
              </a:ext>
            </a:extLst>
          </p:cNvPr>
          <p:cNvSpPr txBox="1"/>
          <p:nvPr/>
        </p:nvSpPr>
        <p:spPr>
          <a:xfrm>
            <a:off x="2670308" y="2786999"/>
            <a:ext cx="3724289" cy="276999"/>
          </a:xfrm>
          <a:prstGeom prst="rect">
            <a:avLst/>
          </a:prstGeom>
          <a:noFill/>
        </p:spPr>
        <p:txBody>
          <a:bodyPr wrap="none" rtlCol="0">
            <a:spAutoFit/>
          </a:bodyPr>
          <a:lstStyle/>
          <a:p>
            <a:r>
              <a:rPr lang="en-US" sz="1200" dirty="0"/>
              <a:t>Instead of services, we now have commands and queries:</a:t>
            </a:r>
          </a:p>
        </p:txBody>
      </p:sp>
    </p:spTree>
    <p:extLst>
      <p:ext uri="{BB962C8B-B14F-4D97-AF65-F5344CB8AC3E}">
        <p14:creationId xmlns:p14="http://schemas.microsoft.com/office/powerpoint/2010/main" val="4545632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0E1DE92-972A-4819-A91C-34E50453E194}"/>
              </a:ext>
            </a:extLst>
          </p:cNvPr>
          <p:cNvSpPr>
            <a:spLocks noGrp="1"/>
          </p:cNvSpPr>
          <p:nvPr>
            <p:ph type="title"/>
          </p:nvPr>
        </p:nvSpPr>
        <p:spPr/>
        <p:txBody>
          <a:bodyPr/>
          <a:lstStyle/>
          <a:p>
            <a:r>
              <a:rPr lang="en-US" dirty="0" err="1"/>
              <a:t>Mediatr</a:t>
            </a:r>
            <a:r>
              <a:rPr lang="en-US" dirty="0"/>
              <a:t> &amp; CQRS Setup</a:t>
            </a:r>
          </a:p>
        </p:txBody>
      </p:sp>
      <p:sp>
        <p:nvSpPr>
          <p:cNvPr id="2" name="Text Placeholder 1">
            <a:extLst>
              <a:ext uri="{FF2B5EF4-FFF2-40B4-BE49-F238E27FC236}">
                <a16:creationId xmlns:a16="http://schemas.microsoft.com/office/drawing/2014/main" id="{F6539059-32E5-F172-E38A-42F1689CF809}"/>
              </a:ext>
            </a:extLst>
          </p:cNvPr>
          <p:cNvSpPr>
            <a:spLocks noGrp="1"/>
          </p:cNvSpPr>
          <p:nvPr>
            <p:ph idx="1"/>
          </p:nvPr>
        </p:nvSpPr>
        <p:spPr/>
        <p:txBody>
          <a:bodyPr/>
          <a:lstStyle/>
          <a:p>
            <a:pPr marL="152400" indent="0">
              <a:buNone/>
            </a:pPr>
            <a:r>
              <a:rPr lang="en-US" dirty="0">
                <a:solidFill>
                  <a:schemeClr val="tx1"/>
                </a:solidFill>
              </a:rPr>
              <a:t>Command Example:</a:t>
            </a:r>
          </a:p>
        </p:txBody>
      </p:sp>
      <p:pic>
        <p:nvPicPr>
          <p:cNvPr id="5" name="Picture 4">
            <a:extLst>
              <a:ext uri="{FF2B5EF4-FFF2-40B4-BE49-F238E27FC236}">
                <a16:creationId xmlns:a16="http://schemas.microsoft.com/office/drawing/2014/main" id="{C764F034-D0C6-9CA8-80CD-4ED9DA18CBEF}"/>
              </a:ext>
            </a:extLst>
          </p:cNvPr>
          <p:cNvPicPr>
            <a:picLocks noChangeAspect="1"/>
          </p:cNvPicPr>
          <p:nvPr/>
        </p:nvPicPr>
        <p:blipFill>
          <a:blip r:embed="rId2"/>
          <a:stretch>
            <a:fillRect/>
          </a:stretch>
        </p:blipFill>
        <p:spPr>
          <a:xfrm>
            <a:off x="535778" y="1500406"/>
            <a:ext cx="3751441" cy="3471030"/>
          </a:xfrm>
          <a:prstGeom prst="rect">
            <a:avLst/>
          </a:prstGeom>
        </p:spPr>
      </p:pic>
      <p:pic>
        <p:nvPicPr>
          <p:cNvPr id="7" name="Picture 6">
            <a:extLst>
              <a:ext uri="{FF2B5EF4-FFF2-40B4-BE49-F238E27FC236}">
                <a16:creationId xmlns:a16="http://schemas.microsoft.com/office/drawing/2014/main" id="{D2D0FF1F-AD9C-C758-2835-024916B05172}"/>
              </a:ext>
            </a:extLst>
          </p:cNvPr>
          <p:cNvPicPr>
            <a:picLocks noChangeAspect="1"/>
          </p:cNvPicPr>
          <p:nvPr/>
        </p:nvPicPr>
        <p:blipFill>
          <a:blip r:embed="rId3"/>
          <a:stretch>
            <a:fillRect/>
          </a:stretch>
        </p:blipFill>
        <p:spPr>
          <a:xfrm>
            <a:off x="4538962" y="1500406"/>
            <a:ext cx="3910963" cy="3471030"/>
          </a:xfrm>
          <a:prstGeom prst="rect">
            <a:avLst/>
          </a:prstGeom>
        </p:spPr>
      </p:pic>
    </p:spTree>
    <p:extLst>
      <p:ext uri="{BB962C8B-B14F-4D97-AF65-F5344CB8AC3E}">
        <p14:creationId xmlns:p14="http://schemas.microsoft.com/office/powerpoint/2010/main" val="32451658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256470-D11D-8134-3043-61E61BAE69C7}"/>
              </a:ext>
            </a:extLst>
          </p:cNvPr>
          <p:cNvSpPr>
            <a:spLocks noGrp="1"/>
          </p:cNvSpPr>
          <p:nvPr>
            <p:ph type="title"/>
          </p:nvPr>
        </p:nvSpPr>
        <p:spPr/>
        <p:txBody>
          <a:bodyPr/>
          <a:lstStyle/>
          <a:p>
            <a:r>
              <a:rPr lang="en-US" dirty="0" err="1"/>
              <a:t>Mediatr</a:t>
            </a:r>
            <a:r>
              <a:rPr lang="en-US" dirty="0"/>
              <a:t> &amp; CQRS Setup</a:t>
            </a:r>
          </a:p>
        </p:txBody>
      </p:sp>
      <p:sp>
        <p:nvSpPr>
          <p:cNvPr id="2" name="Text Placeholder 1">
            <a:extLst>
              <a:ext uri="{FF2B5EF4-FFF2-40B4-BE49-F238E27FC236}">
                <a16:creationId xmlns:a16="http://schemas.microsoft.com/office/drawing/2014/main" id="{A78022EB-004F-E618-6AFE-B3909F716DE1}"/>
              </a:ext>
            </a:extLst>
          </p:cNvPr>
          <p:cNvSpPr>
            <a:spLocks noGrp="1"/>
          </p:cNvSpPr>
          <p:nvPr>
            <p:ph idx="1"/>
          </p:nvPr>
        </p:nvSpPr>
        <p:spPr>
          <a:xfrm>
            <a:off x="311554" y="195571"/>
            <a:ext cx="8272211" cy="2758727"/>
          </a:xfrm>
        </p:spPr>
        <p:txBody>
          <a:bodyPr/>
          <a:lstStyle/>
          <a:p>
            <a:r>
              <a:rPr lang="en-US" dirty="0">
                <a:solidFill>
                  <a:schemeClr val="tx1"/>
                </a:solidFill>
              </a:rPr>
              <a:t>Register </a:t>
            </a:r>
            <a:r>
              <a:rPr lang="en-US" dirty="0" err="1">
                <a:solidFill>
                  <a:schemeClr val="tx1"/>
                </a:solidFill>
              </a:rPr>
              <a:t>MediatR</a:t>
            </a:r>
            <a:r>
              <a:rPr lang="en-US" dirty="0">
                <a:solidFill>
                  <a:schemeClr val="tx1"/>
                </a:solidFill>
              </a:rPr>
              <a:t> in </a:t>
            </a:r>
            <a:r>
              <a:rPr lang="en-US" dirty="0" err="1">
                <a:solidFill>
                  <a:schemeClr val="tx1"/>
                </a:solidFill>
              </a:rPr>
              <a:t>program.cs</a:t>
            </a:r>
            <a:endParaRPr lang="en-US" dirty="0">
              <a:solidFill>
                <a:schemeClr val="tx1"/>
              </a:solidFill>
            </a:endParaRPr>
          </a:p>
        </p:txBody>
      </p:sp>
      <p:pic>
        <p:nvPicPr>
          <p:cNvPr id="5" name="Picture 4">
            <a:extLst>
              <a:ext uri="{FF2B5EF4-FFF2-40B4-BE49-F238E27FC236}">
                <a16:creationId xmlns:a16="http://schemas.microsoft.com/office/drawing/2014/main" id="{57C5342A-DDDD-BE0F-E4FD-58B089BFDF71}"/>
              </a:ext>
            </a:extLst>
          </p:cNvPr>
          <p:cNvPicPr>
            <a:picLocks noChangeAspect="1"/>
          </p:cNvPicPr>
          <p:nvPr/>
        </p:nvPicPr>
        <p:blipFill>
          <a:blip r:embed="rId2"/>
          <a:stretch>
            <a:fillRect/>
          </a:stretch>
        </p:blipFill>
        <p:spPr>
          <a:xfrm>
            <a:off x="487032" y="1717865"/>
            <a:ext cx="7921256" cy="215402"/>
          </a:xfrm>
          <a:prstGeom prst="rect">
            <a:avLst/>
          </a:prstGeom>
        </p:spPr>
      </p:pic>
      <p:pic>
        <p:nvPicPr>
          <p:cNvPr id="7" name="Picture 6">
            <a:extLst>
              <a:ext uri="{FF2B5EF4-FFF2-40B4-BE49-F238E27FC236}">
                <a16:creationId xmlns:a16="http://schemas.microsoft.com/office/drawing/2014/main" id="{B949BDD6-38D5-3965-C44F-0D8648214627}"/>
              </a:ext>
            </a:extLst>
          </p:cNvPr>
          <p:cNvPicPr>
            <a:picLocks noChangeAspect="1"/>
          </p:cNvPicPr>
          <p:nvPr/>
        </p:nvPicPr>
        <p:blipFill>
          <a:blip r:embed="rId3"/>
          <a:stretch>
            <a:fillRect/>
          </a:stretch>
        </p:blipFill>
        <p:spPr>
          <a:xfrm>
            <a:off x="487032" y="2002871"/>
            <a:ext cx="3612911" cy="3032144"/>
          </a:xfrm>
          <a:prstGeom prst="rect">
            <a:avLst/>
          </a:prstGeom>
        </p:spPr>
      </p:pic>
      <p:sp>
        <p:nvSpPr>
          <p:cNvPr id="8" name="Text Placeholder 1">
            <a:extLst>
              <a:ext uri="{FF2B5EF4-FFF2-40B4-BE49-F238E27FC236}">
                <a16:creationId xmlns:a16="http://schemas.microsoft.com/office/drawing/2014/main" id="{1D70161B-22A8-71EA-B88D-3B7B35DFCD07}"/>
              </a:ext>
            </a:extLst>
          </p:cNvPr>
          <p:cNvSpPr txBox="1">
            <a:spLocks/>
          </p:cNvSpPr>
          <p:nvPr/>
        </p:nvSpPr>
        <p:spPr>
          <a:xfrm>
            <a:off x="3852575" y="3071060"/>
            <a:ext cx="3257170" cy="42856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chemeClr val="lt1"/>
              </a:buClr>
              <a:buSzPts val="1200"/>
              <a:buFont typeface="Source Sans Pro"/>
              <a:buChar char="●"/>
              <a:defRPr sz="1200" b="0" i="0" u="none" strike="noStrike" cap="none">
                <a:solidFill>
                  <a:schemeClr val="lt1"/>
                </a:solidFill>
                <a:latin typeface="Source Sans Pro"/>
                <a:ea typeface="Source Sans Pro"/>
                <a:cs typeface="Source Sans Pro"/>
                <a:sym typeface="Source Sans Pro"/>
              </a:defRPr>
            </a:lvl1pPr>
            <a:lvl2pPr marL="914400" marR="0" lvl="1" indent="-304800" algn="l" rtl="0">
              <a:lnSpc>
                <a:spcPct val="115000"/>
              </a:lnSpc>
              <a:spcBef>
                <a:spcPts val="1600"/>
              </a:spcBef>
              <a:spcAft>
                <a:spcPts val="0"/>
              </a:spcAft>
              <a:buClr>
                <a:schemeClr val="lt1"/>
              </a:buClr>
              <a:buSzPts val="1200"/>
              <a:buFont typeface="Source Sans Pro"/>
              <a:buChar char="○"/>
              <a:defRPr sz="1200" b="0" i="0" u="none" strike="noStrike" cap="none">
                <a:solidFill>
                  <a:schemeClr val="lt1"/>
                </a:solidFill>
                <a:latin typeface="Source Sans Pro"/>
                <a:ea typeface="Source Sans Pro"/>
                <a:cs typeface="Source Sans Pro"/>
                <a:sym typeface="Source Sans Pro"/>
              </a:defRPr>
            </a:lvl2pPr>
            <a:lvl3pPr marL="1371600" marR="0" lvl="2" indent="-304800" algn="l" rtl="0">
              <a:lnSpc>
                <a:spcPct val="115000"/>
              </a:lnSpc>
              <a:spcBef>
                <a:spcPts val="1600"/>
              </a:spcBef>
              <a:spcAft>
                <a:spcPts val="0"/>
              </a:spcAft>
              <a:buClr>
                <a:schemeClr val="lt1"/>
              </a:buClr>
              <a:buSzPts val="1200"/>
              <a:buFont typeface="Source Sans Pro"/>
              <a:buChar char="■"/>
              <a:defRPr sz="1200" b="0" i="0" u="none" strike="noStrike" cap="none">
                <a:solidFill>
                  <a:schemeClr val="lt1"/>
                </a:solidFill>
                <a:latin typeface="Source Sans Pro"/>
                <a:ea typeface="Source Sans Pro"/>
                <a:cs typeface="Source Sans Pro"/>
                <a:sym typeface="Source Sans Pro"/>
              </a:defRPr>
            </a:lvl3pPr>
            <a:lvl4pPr marL="1828800" marR="0" lvl="3" indent="-304800" algn="l" rtl="0">
              <a:lnSpc>
                <a:spcPct val="115000"/>
              </a:lnSpc>
              <a:spcBef>
                <a:spcPts val="1600"/>
              </a:spcBef>
              <a:spcAft>
                <a:spcPts val="0"/>
              </a:spcAft>
              <a:buClr>
                <a:schemeClr val="lt1"/>
              </a:buClr>
              <a:buSzPts val="1200"/>
              <a:buFont typeface="Source Sans Pro"/>
              <a:buChar char="●"/>
              <a:defRPr sz="1200" b="0" i="0" u="none" strike="noStrike" cap="none">
                <a:solidFill>
                  <a:schemeClr val="lt1"/>
                </a:solidFill>
                <a:latin typeface="Source Sans Pro"/>
                <a:ea typeface="Source Sans Pro"/>
                <a:cs typeface="Source Sans Pro"/>
                <a:sym typeface="Source Sans Pro"/>
              </a:defRPr>
            </a:lvl4pPr>
            <a:lvl5pPr marL="2286000" marR="0" lvl="4" indent="-304800" algn="l" rtl="0">
              <a:lnSpc>
                <a:spcPct val="115000"/>
              </a:lnSpc>
              <a:spcBef>
                <a:spcPts val="1600"/>
              </a:spcBef>
              <a:spcAft>
                <a:spcPts val="0"/>
              </a:spcAft>
              <a:buClr>
                <a:schemeClr val="lt1"/>
              </a:buClr>
              <a:buSzPts val="1200"/>
              <a:buFont typeface="Source Sans Pro"/>
              <a:buChar char="○"/>
              <a:defRPr sz="1200" b="0" i="0" u="none" strike="noStrike" cap="none">
                <a:solidFill>
                  <a:schemeClr val="lt1"/>
                </a:solidFill>
                <a:latin typeface="Source Sans Pro"/>
                <a:ea typeface="Source Sans Pro"/>
                <a:cs typeface="Source Sans Pro"/>
                <a:sym typeface="Source Sans Pro"/>
              </a:defRPr>
            </a:lvl5pPr>
            <a:lvl6pPr marL="2743200" marR="0" lvl="5" indent="-304800" algn="l" rtl="0">
              <a:lnSpc>
                <a:spcPct val="115000"/>
              </a:lnSpc>
              <a:spcBef>
                <a:spcPts val="1600"/>
              </a:spcBef>
              <a:spcAft>
                <a:spcPts val="0"/>
              </a:spcAft>
              <a:buClr>
                <a:schemeClr val="lt1"/>
              </a:buClr>
              <a:buSzPts val="1200"/>
              <a:buFont typeface="Source Sans Pro"/>
              <a:buChar char="■"/>
              <a:defRPr sz="1200" b="0" i="0" u="none" strike="noStrike" cap="none">
                <a:solidFill>
                  <a:schemeClr val="lt1"/>
                </a:solidFill>
                <a:latin typeface="Source Sans Pro"/>
                <a:ea typeface="Source Sans Pro"/>
                <a:cs typeface="Source Sans Pro"/>
                <a:sym typeface="Source Sans Pro"/>
              </a:defRPr>
            </a:lvl6pPr>
            <a:lvl7pPr marL="3200400" marR="0" lvl="6" indent="-304800" algn="l" rtl="0">
              <a:lnSpc>
                <a:spcPct val="115000"/>
              </a:lnSpc>
              <a:spcBef>
                <a:spcPts val="1600"/>
              </a:spcBef>
              <a:spcAft>
                <a:spcPts val="0"/>
              </a:spcAft>
              <a:buClr>
                <a:schemeClr val="lt1"/>
              </a:buClr>
              <a:buSzPts val="1200"/>
              <a:buFont typeface="Source Sans Pro"/>
              <a:buChar char="●"/>
              <a:defRPr sz="1200" b="0" i="0" u="none" strike="noStrike" cap="none">
                <a:solidFill>
                  <a:schemeClr val="lt1"/>
                </a:solidFill>
                <a:latin typeface="Source Sans Pro"/>
                <a:ea typeface="Source Sans Pro"/>
                <a:cs typeface="Source Sans Pro"/>
                <a:sym typeface="Source Sans Pro"/>
              </a:defRPr>
            </a:lvl7pPr>
            <a:lvl8pPr marL="3657600" marR="0" lvl="7" indent="-304800" algn="l" rtl="0">
              <a:lnSpc>
                <a:spcPct val="115000"/>
              </a:lnSpc>
              <a:spcBef>
                <a:spcPts val="1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8pPr>
            <a:lvl9pPr marL="4114800" marR="0" lvl="8" indent="-304800" algn="l" rtl="0">
              <a:lnSpc>
                <a:spcPct val="115000"/>
              </a:lnSpc>
              <a:spcBef>
                <a:spcPts val="1600"/>
              </a:spcBef>
              <a:spcAft>
                <a:spcPts val="1600"/>
              </a:spcAft>
              <a:buClr>
                <a:schemeClr val="lt1"/>
              </a:buClr>
              <a:buSzPts val="1200"/>
              <a:buFont typeface="Arial"/>
              <a:buChar char="■"/>
              <a:defRPr sz="1200" b="0" i="0" u="none" strike="noStrike" cap="none">
                <a:solidFill>
                  <a:schemeClr val="lt1"/>
                </a:solidFill>
                <a:latin typeface="Arial"/>
                <a:ea typeface="Arial"/>
                <a:cs typeface="Arial"/>
                <a:sym typeface="Arial"/>
              </a:defRPr>
            </a:lvl9pPr>
          </a:lstStyle>
          <a:p>
            <a:r>
              <a:rPr lang="en-US" dirty="0">
                <a:solidFill>
                  <a:schemeClr val="tx1"/>
                </a:solidFill>
              </a:rPr>
              <a:t>We can then use our Mediator from the controller</a:t>
            </a:r>
          </a:p>
        </p:txBody>
      </p:sp>
    </p:spTree>
    <p:extLst>
      <p:ext uri="{BB962C8B-B14F-4D97-AF65-F5344CB8AC3E}">
        <p14:creationId xmlns:p14="http://schemas.microsoft.com/office/powerpoint/2010/main" val="979850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DC1BC-D34F-D195-51CC-65A2B135896F}"/>
              </a:ext>
            </a:extLst>
          </p:cNvPr>
          <p:cNvSpPr>
            <a:spLocks noGrp="1"/>
          </p:cNvSpPr>
          <p:nvPr>
            <p:ph type="title"/>
          </p:nvPr>
        </p:nvSpPr>
        <p:spPr/>
        <p:txBody>
          <a:bodyPr/>
          <a:lstStyle/>
          <a:p>
            <a:r>
              <a:rPr lang="en-US" dirty="0"/>
              <a:t>Asp.net core Identity</a:t>
            </a:r>
          </a:p>
        </p:txBody>
      </p:sp>
      <p:sp>
        <p:nvSpPr>
          <p:cNvPr id="3" name="Content Placeholder 2">
            <a:extLst>
              <a:ext uri="{FF2B5EF4-FFF2-40B4-BE49-F238E27FC236}">
                <a16:creationId xmlns:a16="http://schemas.microsoft.com/office/drawing/2014/main" id="{55947784-6F4C-6141-B575-C9701F9B7C16}"/>
              </a:ext>
            </a:extLst>
          </p:cNvPr>
          <p:cNvSpPr>
            <a:spLocks noGrp="1"/>
          </p:cNvSpPr>
          <p:nvPr>
            <p:ph idx="1"/>
          </p:nvPr>
        </p:nvSpPr>
        <p:spPr>
          <a:xfrm>
            <a:off x="435895" y="1635373"/>
            <a:ext cx="8272211" cy="3033389"/>
          </a:xfrm>
        </p:spPr>
        <p:txBody>
          <a:bodyPr/>
          <a:lstStyle/>
          <a:p>
            <a:r>
              <a:rPr lang="en-US" dirty="0"/>
              <a:t>Identity is a user management and authentication system</a:t>
            </a:r>
          </a:p>
          <a:p>
            <a:r>
              <a:rPr lang="en-US" dirty="0"/>
              <a:t>Provides:</a:t>
            </a:r>
          </a:p>
          <a:p>
            <a:pPr lvl="1"/>
            <a:r>
              <a:rPr lang="en-US" dirty="0"/>
              <a:t>User registration</a:t>
            </a:r>
          </a:p>
          <a:p>
            <a:pPr lvl="1"/>
            <a:r>
              <a:rPr lang="en-US" dirty="0"/>
              <a:t>Login/logout</a:t>
            </a:r>
          </a:p>
          <a:p>
            <a:pPr lvl="1"/>
            <a:r>
              <a:rPr lang="en-US" dirty="0"/>
              <a:t>Password reset</a:t>
            </a:r>
          </a:p>
          <a:p>
            <a:pPr lvl="1"/>
            <a:r>
              <a:rPr lang="en-US" dirty="0"/>
              <a:t>Email confirmations</a:t>
            </a:r>
          </a:p>
          <a:p>
            <a:pPr lvl="1"/>
            <a:r>
              <a:rPr lang="en-US" dirty="0"/>
              <a:t>User roles</a:t>
            </a:r>
          </a:p>
          <a:p>
            <a:pPr lvl="1"/>
            <a:r>
              <a:rPr lang="en-US" dirty="0"/>
              <a:t>2FA</a:t>
            </a:r>
          </a:p>
          <a:p>
            <a:pPr lvl="1"/>
            <a:r>
              <a:rPr lang="en-US" dirty="0"/>
              <a:t>And more…</a:t>
            </a:r>
          </a:p>
          <a:p>
            <a:r>
              <a:rPr lang="en-US" dirty="0"/>
              <a:t>Can be used with more than just MS SQL. Also available for: PostgreSQL, MySQL, and more…</a:t>
            </a:r>
          </a:p>
          <a:p>
            <a:endParaRPr lang="en-US" dirty="0"/>
          </a:p>
        </p:txBody>
      </p:sp>
    </p:spTree>
    <p:extLst>
      <p:ext uri="{BB962C8B-B14F-4D97-AF65-F5344CB8AC3E}">
        <p14:creationId xmlns:p14="http://schemas.microsoft.com/office/powerpoint/2010/main" val="28608900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89D45-84AA-0E01-AD0B-F8DD59B9AA9D}"/>
              </a:ext>
            </a:extLst>
          </p:cNvPr>
          <p:cNvSpPr>
            <a:spLocks noGrp="1"/>
          </p:cNvSpPr>
          <p:nvPr>
            <p:ph type="title"/>
          </p:nvPr>
        </p:nvSpPr>
        <p:spPr/>
        <p:txBody>
          <a:bodyPr/>
          <a:lstStyle/>
          <a:p>
            <a:r>
              <a:rPr lang="en-US" dirty="0"/>
              <a:t>Important Design Decision !</a:t>
            </a:r>
          </a:p>
        </p:txBody>
      </p:sp>
      <p:sp>
        <p:nvSpPr>
          <p:cNvPr id="3" name="Content Placeholder 2">
            <a:extLst>
              <a:ext uri="{FF2B5EF4-FFF2-40B4-BE49-F238E27FC236}">
                <a16:creationId xmlns:a16="http://schemas.microsoft.com/office/drawing/2014/main" id="{6E0C905B-48BE-8A01-359F-70A4295CFAF5}"/>
              </a:ext>
            </a:extLst>
          </p:cNvPr>
          <p:cNvSpPr>
            <a:spLocks noGrp="1"/>
          </p:cNvSpPr>
          <p:nvPr>
            <p:ph idx="1"/>
          </p:nvPr>
        </p:nvSpPr>
        <p:spPr>
          <a:xfrm>
            <a:off x="435895" y="1635373"/>
            <a:ext cx="8272211" cy="1745780"/>
          </a:xfrm>
        </p:spPr>
        <p:txBody>
          <a:bodyPr>
            <a:normAutofit/>
          </a:bodyPr>
          <a:lstStyle/>
          <a:p>
            <a:r>
              <a:rPr lang="en-US" dirty="0" err="1"/>
              <a:t>Microsoft.AspNetCore.Identity.EntityFrameworkCore</a:t>
            </a:r>
            <a:r>
              <a:rPr lang="en-US" dirty="0"/>
              <a:t> </a:t>
            </a:r>
            <a:r>
              <a:rPr lang="en-US" dirty="0">
                <a:sym typeface="Wingdings" panose="05000000000000000000" pitchFamily="2" charset="2"/>
              </a:rPr>
              <a:t> Domain</a:t>
            </a:r>
          </a:p>
          <a:p>
            <a:pPr lvl="1"/>
            <a:r>
              <a:rPr lang="en-US" dirty="0">
                <a:sym typeface="Wingdings" panose="05000000000000000000" pitchFamily="2" charset="2"/>
              </a:rPr>
              <a:t>This breaks our CLEAN code architecture because now domain is dependent on something</a:t>
            </a:r>
          </a:p>
          <a:p>
            <a:pPr lvl="1"/>
            <a:r>
              <a:rPr lang="en-US" dirty="0">
                <a:sym typeface="Wingdings" panose="05000000000000000000" pitchFamily="2" charset="2"/>
              </a:rPr>
              <a:t>This is fine (even in prod for small-med orgs); it is a pragmatic choice so we can provide authentication with our </a:t>
            </a:r>
            <a:r>
              <a:rPr lang="en-US" dirty="0" err="1">
                <a:sym typeface="Wingdings" panose="05000000000000000000" pitchFamily="2" charset="2"/>
              </a:rPr>
              <a:t>sql</a:t>
            </a:r>
            <a:r>
              <a:rPr lang="en-US" dirty="0">
                <a:sym typeface="Wingdings" panose="05000000000000000000" pitchFamily="2" charset="2"/>
              </a:rPr>
              <a:t> server instance in docker</a:t>
            </a:r>
          </a:p>
          <a:p>
            <a:pPr lvl="1"/>
            <a:r>
              <a:rPr lang="en-US" dirty="0">
                <a:sym typeface="Wingdings" panose="05000000000000000000" pitchFamily="2" charset="2"/>
              </a:rPr>
              <a:t>In enterprise, the full throttle approach would be to use an Identity Provider such as: Microsoft Entra ID, Auth0, Okta, etc. </a:t>
            </a:r>
          </a:p>
          <a:p>
            <a:pPr lvl="2"/>
            <a:r>
              <a:rPr lang="en-US" dirty="0">
                <a:sym typeface="Wingdings" panose="05000000000000000000" pitchFamily="2" charset="2"/>
              </a:rPr>
              <a:t>In that case we would create abstractions and keep these infrastructure concerns out of the domain layer </a:t>
            </a:r>
          </a:p>
          <a:p>
            <a:pPr lvl="1"/>
            <a:endParaRPr lang="en-US" dirty="0">
              <a:sym typeface="Wingdings" panose="05000000000000000000" pitchFamily="2" charset="2"/>
            </a:endParaRPr>
          </a:p>
          <a:p>
            <a:pPr lvl="1"/>
            <a:endParaRPr lang="en-US" dirty="0"/>
          </a:p>
        </p:txBody>
      </p:sp>
      <p:pic>
        <p:nvPicPr>
          <p:cNvPr id="5" name="Picture 4">
            <a:extLst>
              <a:ext uri="{FF2B5EF4-FFF2-40B4-BE49-F238E27FC236}">
                <a16:creationId xmlns:a16="http://schemas.microsoft.com/office/drawing/2014/main" id="{C851A755-C868-2A49-87AF-7F60C518D332}"/>
              </a:ext>
            </a:extLst>
          </p:cNvPr>
          <p:cNvPicPr>
            <a:picLocks noChangeAspect="1"/>
          </p:cNvPicPr>
          <p:nvPr/>
        </p:nvPicPr>
        <p:blipFill>
          <a:blip r:embed="rId2"/>
          <a:stretch>
            <a:fillRect/>
          </a:stretch>
        </p:blipFill>
        <p:spPr>
          <a:xfrm>
            <a:off x="1111102" y="3240457"/>
            <a:ext cx="6921795" cy="1788629"/>
          </a:xfrm>
          <a:prstGeom prst="rect">
            <a:avLst/>
          </a:prstGeom>
        </p:spPr>
      </p:pic>
    </p:spTree>
    <p:extLst>
      <p:ext uri="{BB962C8B-B14F-4D97-AF65-F5344CB8AC3E}">
        <p14:creationId xmlns:p14="http://schemas.microsoft.com/office/powerpoint/2010/main" val="5152612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1F906-85CE-7213-C314-0359BD3FDE47}"/>
              </a:ext>
            </a:extLst>
          </p:cNvPr>
          <p:cNvSpPr>
            <a:spLocks noGrp="1"/>
          </p:cNvSpPr>
          <p:nvPr>
            <p:ph type="title"/>
          </p:nvPr>
        </p:nvSpPr>
        <p:spPr/>
        <p:txBody>
          <a:bodyPr/>
          <a:lstStyle/>
          <a:p>
            <a:r>
              <a:rPr lang="en-US" dirty="0"/>
              <a:t>Adding the User entity</a:t>
            </a:r>
          </a:p>
        </p:txBody>
      </p:sp>
      <p:pic>
        <p:nvPicPr>
          <p:cNvPr id="5" name="Picture 4">
            <a:extLst>
              <a:ext uri="{FF2B5EF4-FFF2-40B4-BE49-F238E27FC236}">
                <a16:creationId xmlns:a16="http://schemas.microsoft.com/office/drawing/2014/main" id="{C872D542-0868-8B27-FBAA-A6E9D2151D64}"/>
              </a:ext>
            </a:extLst>
          </p:cNvPr>
          <p:cNvPicPr>
            <a:picLocks noChangeAspect="1"/>
          </p:cNvPicPr>
          <p:nvPr/>
        </p:nvPicPr>
        <p:blipFill>
          <a:blip r:embed="rId2"/>
          <a:stretch>
            <a:fillRect/>
          </a:stretch>
        </p:blipFill>
        <p:spPr>
          <a:xfrm>
            <a:off x="727399" y="1636919"/>
            <a:ext cx="2871809" cy="2242253"/>
          </a:xfrm>
          <a:prstGeom prst="rect">
            <a:avLst/>
          </a:prstGeom>
        </p:spPr>
      </p:pic>
      <p:pic>
        <p:nvPicPr>
          <p:cNvPr id="7" name="Picture 6">
            <a:extLst>
              <a:ext uri="{FF2B5EF4-FFF2-40B4-BE49-F238E27FC236}">
                <a16:creationId xmlns:a16="http://schemas.microsoft.com/office/drawing/2014/main" id="{E2B5B76E-7361-4932-59EC-CCC1CAB3392F}"/>
              </a:ext>
            </a:extLst>
          </p:cNvPr>
          <p:cNvPicPr>
            <a:picLocks noChangeAspect="1"/>
          </p:cNvPicPr>
          <p:nvPr/>
        </p:nvPicPr>
        <p:blipFill>
          <a:blip r:embed="rId3"/>
          <a:stretch>
            <a:fillRect/>
          </a:stretch>
        </p:blipFill>
        <p:spPr>
          <a:xfrm>
            <a:off x="4630057" y="1429067"/>
            <a:ext cx="3835243" cy="3108264"/>
          </a:xfrm>
          <a:prstGeom prst="rect">
            <a:avLst/>
          </a:prstGeom>
        </p:spPr>
      </p:pic>
      <p:sp>
        <p:nvSpPr>
          <p:cNvPr id="8" name="TextBox 7">
            <a:extLst>
              <a:ext uri="{FF2B5EF4-FFF2-40B4-BE49-F238E27FC236}">
                <a16:creationId xmlns:a16="http://schemas.microsoft.com/office/drawing/2014/main" id="{A68F0A73-8C66-894E-33F6-B6350A7C7B71}"/>
              </a:ext>
            </a:extLst>
          </p:cNvPr>
          <p:cNvSpPr txBox="1"/>
          <p:nvPr/>
        </p:nvSpPr>
        <p:spPr>
          <a:xfrm>
            <a:off x="727399" y="1375309"/>
            <a:ext cx="1797295" cy="261610"/>
          </a:xfrm>
          <a:prstGeom prst="rect">
            <a:avLst/>
          </a:prstGeom>
          <a:noFill/>
        </p:spPr>
        <p:txBody>
          <a:bodyPr wrap="square" rtlCol="0">
            <a:spAutoFit/>
          </a:bodyPr>
          <a:lstStyle/>
          <a:p>
            <a:r>
              <a:rPr lang="en-US" sz="1100" dirty="0"/>
              <a:t>New Domain Model:</a:t>
            </a:r>
          </a:p>
        </p:txBody>
      </p:sp>
      <p:sp>
        <p:nvSpPr>
          <p:cNvPr id="9" name="Rectangle 8">
            <a:extLst>
              <a:ext uri="{FF2B5EF4-FFF2-40B4-BE49-F238E27FC236}">
                <a16:creationId xmlns:a16="http://schemas.microsoft.com/office/drawing/2014/main" id="{50423AE5-58F5-607C-6B30-2E7DE4C56611}"/>
              </a:ext>
            </a:extLst>
          </p:cNvPr>
          <p:cNvSpPr/>
          <p:nvPr/>
        </p:nvSpPr>
        <p:spPr>
          <a:xfrm>
            <a:off x="5012216" y="3734790"/>
            <a:ext cx="1501252" cy="144382"/>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71384254-2BAA-048B-EDF5-90CD8290D515}"/>
              </a:ext>
            </a:extLst>
          </p:cNvPr>
          <p:cNvSpPr/>
          <p:nvPr/>
        </p:nvSpPr>
        <p:spPr>
          <a:xfrm>
            <a:off x="7028548" y="2279951"/>
            <a:ext cx="1436752" cy="179575"/>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TextBox 10">
            <a:extLst>
              <a:ext uri="{FF2B5EF4-FFF2-40B4-BE49-F238E27FC236}">
                <a16:creationId xmlns:a16="http://schemas.microsoft.com/office/drawing/2014/main" id="{60A808DE-2D49-7630-D1AF-62008D504E24}"/>
              </a:ext>
            </a:extLst>
          </p:cNvPr>
          <p:cNvSpPr txBox="1"/>
          <p:nvPr/>
        </p:nvSpPr>
        <p:spPr>
          <a:xfrm>
            <a:off x="1727201" y="3925338"/>
            <a:ext cx="1422400" cy="430887"/>
          </a:xfrm>
          <a:prstGeom prst="rect">
            <a:avLst/>
          </a:prstGeom>
          <a:noFill/>
        </p:spPr>
        <p:txBody>
          <a:bodyPr wrap="square" rtlCol="0">
            <a:spAutoFit/>
          </a:bodyPr>
          <a:lstStyle/>
          <a:p>
            <a:r>
              <a:rPr lang="en-US" sz="1100" dirty="0"/>
              <a:t>Required when using </a:t>
            </a:r>
            <a:r>
              <a:rPr lang="en-US" sz="1100" dirty="0" err="1"/>
              <a:t>OnModelCreating</a:t>
            </a:r>
            <a:endParaRPr lang="en-US" sz="1100" dirty="0"/>
          </a:p>
        </p:txBody>
      </p:sp>
      <p:cxnSp>
        <p:nvCxnSpPr>
          <p:cNvPr id="13" name="Straight Arrow Connector 12">
            <a:extLst>
              <a:ext uri="{FF2B5EF4-FFF2-40B4-BE49-F238E27FC236}">
                <a16:creationId xmlns:a16="http://schemas.microsoft.com/office/drawing/2014/main" id="{A6D4A899-7231-17C5-D252-83D5053F11E6}"/>
              </a:ext>
            </a:extLst>
          </p:cNvPr>
          <p:cNvCxnSpPr>
            <a:cxnSpLocks/>
          </p:cNvCxnSpPr>
          <p:nvPr/>
        </p:nvCxnSpPr>
        <p:spPr>
          <a:xfrm flipV="1">
            <a:off x="3149600" y="3856534"/>
            <a:ext cx="1862616" cy="2842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C94C9F66-E77B-3501-4F57-6FFBC4AA180B}"/>
              </a:ext>
            </a:extLst>
          </p:cNvPr>
          <p:cNvPicPr>
            <a:picLocks noChangeAspect="1"/>
          </p:cNvPicPr>
          <p:nvPr/>
        </p:nvPicPr>
        <p:blipFill>
          <a:blip r:embed="rId4"/>
          <a:stretch>
            <a:fillRect/>
          </a:stretch>
        </p:blipFill>
        <p:spPr>
          <a:xfrm>
            <a:off x="2053392" y="4798941"/>
            <a:ext cx="5037215" cy="326404"/>
          </a:xfrm>
          <a:prstGeom prst="rect">
            <a:avLst/>
          </a:prstGeom>
        </p:spPr>
      </p:pic>
    </p:spTree>
    <p:extLst>
      <p:ext uri="{BB962C8B-B14F-4D97-AF65-F5344CB8AC3E}">
        <p14:creationId xmlns:p14="http://schemas.microsoft.com/office/powerpoint/2010/main" val="16005530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BDACF-7880-5160-4516-6179D014D5EA}"/>
              </a:ext>
            </a:extLst>
          </p:cNvPr>
          <p:cNvSpPr>
            <a:spLocks noGrp="1"/>
          </p:cNvSpPr>
          <p:nvPr>
            <p:ph type="title"/>
          </p:nvPr>
        </p:nvSpPr>
        <p:spPr/>
        <p:txBody>
          <a:bodyPr/>
          <a:lstStyle/>
          <a:p>
            <a:r>
              <a:rPr lang="en-US" dirty="0"/>
              <a:t>Configure Identity</a:t>
            </a:r>
          </a:p>
        </p:txBody>
      </p:sp>
      <p:sp>
        <p:nvSpPr>
          <p:cNvPr id="8" name="TextBox 7">
            <a:extLst>
              <a:ext uri="{FF2B5EF4-FFF2-40B4-BE49-F238E27FC236}">
                <a16:creationId xmlns:a16="http://schemas.microsoft.com/office/drawing/2014/main" id="{97553111-6E81-07AA-1C73-D45749120F41}"/>
              </a:ext>
            </a:extLst>
          </p:cNvPr>
          <p:cNvSpPr txBox="1"/>
          <p:nvPr/>
        </p:nvSpPr>
        <p:spPr>
          <a:xfrm>
            <a:off x="518374" y="2202418"/>
            <a:ext cx="1217641" cy="369332"/>
          </a:xfrm>
          <a:prstGeom prst="rect">
            <a:avLst/>
          </a:prstGeom>
          <a:noFill/>
        </p:spPr>
        <p:txBody>
          <a:bodyPr wrap="none" rtlCol="0">
            <a:spAutoFit/>
          </a:bodyPr>
          <a:lstStyle/>
          <a:p>
            <a:r>
              <a:rPr lang="en-US" dirty="0" err="1"/>
              <a:t>program.cs</a:t>
            </a:r>
            <a:endParaRPr lang="en-US" dirty="0"/>
          </a:p>
        </p:txBody>
      </p:sp>
      <p:sp>
        <p:nvSpPr>
          <p:cNvPr id="9" name="TextBox 8">
            <a:extLst>
              <a:ext uri="{FF2B5EF4-FFF2-40B4-BE49-F238E27FC236}">
                <a16:creationId xmlns:a16="http://schemas.microsoft.com/office/drawing/2014/main" id="{35C0C8AB-1E71-525B-10D5-84380E880CFE}"/>
              </a:ext>
            </a:extLst>
          </p:cNvPr>
          <p:cNvSpPr txBox="1"/>
          <p:nvPr/>
        </p:nvSpPr>
        <p:spPr>
          <a:xfrm>
            <a:off x="5046821" y="1427571"/>
            <a:ext cx="1628716" cy="369332"/>
          </a:xfrm>
          <a:prstGeom prst="rect">
            <a:avLst/>
          </a:prstGeom>
          <a:noFill/>
        </p:spPr>
        <p:txBody>
          <a:bodyPr wrap="none" rtlCol="0">
            <a:spAutoFit/>
          </a:bodyPr>
          <a:lstStyle/>
          <a:p>
            <a:r>
              <a:rPr lang="en-US" dirty="0"/>
              <a:t>Order matters!</a:t>
            </a:r>
          </a:p>
        </p:txBody>
      </p:sp>
      <p:pic>
        <p:nvPicPr>
          <p:cNvPr id="11" name="Picture 10">
            <a:extLst>
              <a:ext uri="{FF2B5EF4-FFF2-40B4-BE49-F238E27FC236}">
                <a16:creationId xmlns:a16="http://schemas.microsoft.com/office/drawing/2014/main" id="{949BA944-914D-2AEA-2456-AF80F1F1E309}"/>
              </a:ext>
            </a:extLst>
          </p:cNvPr>
          <p:cNvPicPr>
            <a:picLocks noChangeAspect="1"/>
          </p:cNvPicPr>
          <p:nvPr/>
        </p:nvPicPr>
        <p:blipFill>
          <a:blip r:embed="rId2"/>
          <a:stretch>
            <a:fillRect/>
          </a:stretch>
        </p:blipFill>
        <p:spPr>
          <a:xfrm>
            <a:off x="4957875" y="1796903"/>
            <a:ext cx="3435323" cy="3070569"/>
          </a:xfrm>
          <a:prstGeom prst="rect">
            <a:avLst/>
          </a:prstGeom>
        </p:spPr>
      </p:pic>
      <p:pic>
        <p:nvPicPr>
          <p:cNvPr id="4" name="Picture 3">
            <a:extLst>
              <a:ext uri="{FF2B5EF4-FFF2-40B4-BE49-F238E27FC236}">
                <a16:creationId xmlns:a16="http://schemas.microsoft.com/office/drawing/2014/main" id="{BE9F6F58-53C1-678C-31E9-B589E586A74F}"/>
              </a:ext>
            </a:extLst>
          </p:cNvPr>
          <p:cNvPicPr>
            <a:picLocks noChangeAspect="1"/>
          </p:cNvPicPr>
          <p:nvPr/>
        </p:nvPicPr>
        <p:blipFill>
          <a:blip r:embed="rId3"/>
          <a:stretch>
            <a:fillRect/>
          </a:stretch>
        </p:blipFill>
        <p:spPr>
          <a:xfrm>
            <a:off x="317293" y="2627356"/>
            <a:ext cx="4048690" cy="1533739"/>
          </a:xfrm>
          <a:prstGeom prst="rect">
            <a:avLst/>
          </a:prstGeom>
        </p:spPr>
      </p:pic>
    </p:spTree>
    <p:extLst>
      <p:ext uri="{BB962C8B-B14F-4D97-AF65-F5344CB8AC3E}">
        <p14:creationId xmlns:p14="http://schemas.microsoft.com/office/powerpoint/2010/main" val="9475693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29B86-48E0-57D8-0D31-A45FAF0A7A0C}"/>
              </a:ext>
            </a:extLst>
          </p:cNvPr>
          <p:cNvSpPr>
            <a:spLocks noGrp="1"/>
          </p:cNvSpPr>
          <p:nvPr>
            <p:ph type="title"/>
          </p:nvPr>
        </p:nvSpPr>
        <p:spPr/>
        <p:txBody>
          <a:bodyPr/>
          <a:lstStyle/>
          <a:p>
            <a:r>
              <a:rPr lang="en-US" dirty="0"/>
              <a:t>Seeding Users</a:t>
            </a:r>
          </a:p>
        </p:txBody>
      </p:sp>
      <p:sp>
        <p:nvSpPr>
          <p:cNvPr id="8" name="TextBox 7">
            <a:extLst>
              <a:ext uri="{FF2B5EF4-FFF2-40B4-BE49-F238E27FC236}">
                <a16:creationId xmlns:a16="http://schemas.microsoft.com/office/drawing/2014/main" id="{17474DE5-BDDC-9DA2-206B-639AE948BBA4}"/>
              </a:ext>
            </a:extLst>
          </p:cNvPr>
          <p:cNvSpPr txBox="1"/>
          <p:nvPr/>
        </p:nvSpPr>
        <p:spPr>
          <a:xfrm>
            <a:off x="4932795" y="1778023"/>
            <a:ext cx="1219245" cy="369332"/>
          </a:xfrm>
          <a:prstGeom prst="rect">
            <a:avLst/>
          </a:prstGeom>
          <a:noFill/>
        </p:spPr>
        <p:txBody>
          <a:bodyPr wrap="none" rtlCol="0">
            <a:spAutoFit/>
          </a:bodyPr>
          <a:lstStyle/>
          <a:p>
            <a:r>
              <a:rPr lang="en-US" dirty="0" err="1"/>
              <a:t>Program.cs</a:t>
            </a:r>
            <a:endParaRPr lang="en-US" dirty="0"/>
          </a:p>
        </p:txBody>
      </p:sp>
      <p:sp>
        <p:nvSpPr>
          <p:cNvPr id="9" name="TextBox 8">
            <a:extLst>
              <a:ext uri="{FF2B5EF4-FFF2-40B4-BE49-F238E27FC236}">
                <a16:creationId xmlns:a16="http://schemas.microsoft.com/office/drawing/2014/main" id="{33761CB3-7F98-2686-117B-D5BBD4A69B60}"/>
              </a:ext>
            </a:extLst>
          </p:cNvPr>
          <p:cNvSpPr txBox="1"/>
          <p:nvPr/>
        </p:nvSpPr>
        <p:spPr>
          <a:xfrm>
            <a:off x="435894" y="1366744"/>
            <a:ext cx="1541769" cy="369332"/>
          </a:xfrm>
          <a:prstGeom prst="rect">
            <a:avLst/>
          </a:prstGeom>
          <a:noFill/>
        </p:spPr>
        <p:txBody>
          <a:bodyPr wrap="none" rtlCol="0">
            <a:spAutoFit/>
          </a:bodyPr>
          <a:lstStyle/>
          <a:p>
            <a:r>
              <a:rPr lang="en-US" dirty="0" err="1"/>
              <a:t>DbInitializer.cs</a:t>
            </a:r>
            <a:endParaRPr lang="en-US" dirty="0"/>
          </a:p>
        </p:txBody>
      </p:sp>
      <p:pic>
        <p:nvPicPr>
          <p:cNvPr id="10" name="Picture 9">
            <a:extLst>
              <a:ext uri="{FF2B5EF4-FFF2-40B4-BE49-F238E27FC236}">
                <a16:creationId xmlns:a16="http://schemas.microsoft.com/office/drawing/2014/main" id="{05012FBA-F5F1-D14B-08B3-B5AA898E2D5A}"/>
              </a:ext>
            </a:extLst>
          </p:cNvPr>
          <p:cNvPicPr>
            <a:picLocks noChangeAspect="1"/>
          </p:cNvPicPr>
          <p:nvPr/>
        </p:nvPicPr>
        <p:blipFill>
          <a:blip r:embed="rId2"/>
          <a:stretch>
            <a:fillRect/>
          </a:stretch>
        </p:blipFill>
        <p:spPr>
          <a:xfrm>
            <a:off x="4699642" y="2147355"/>
            <a:ext cx="4159727" cy="2022342"/>
          </a:xfrm>
          <a:prstGeom prst="rect">
            <a:avLst/>
          </a:prstGeom>
        </p:spPr>
      </p:pic>
      <p:pic>
        <p:nvPicPr>
          <p:cNvPr id="12" name="Picture 11">
            <a:extLst>
              <a:ext uri="{FF2B5EF4-FFF2-40B4-BE49-F238E27FC236}">
                <a16:creationId xmlns:a16="http://schemas.microsoft.com/office/drawing/2014/main" id="{E92E7ED3-5F6B-950C-8721-D6D4358327B8}"/>
              </a:ext>
            </a:extLst>
          </p:cNvPr>
          <p:cNvPicPr>
            <a:picLocks noChangeAspect="1"/>
          </p:cNvPicPr>
          <p:nvPr/>
        </p:nvPicPr>
        <p:blipFill>
          <a:blip r:embed="rId3"/>
          <a:stretch>
            <a:fillRect/>
          </a:stretch>
        </p:blipFill>
        <p:spPr>
          <a:xfrm>
            <a:off x="135056" y="1736076"/>
            <a:ext cx="4448009" cy="3255074"/>
          </a:xfrm>
          <a:prstGeom prst="rect">
            <a:avLst/>
          </a:prstGeom>
        </p:spPr>
      </p:pic>
    </p:spTree>
    <p:extLst>
      <p:ext uri="{BB962C8B-B14F-4D97-AF65-F5344CB8AC3E}">
        <p14:creationId xmlns:p14="http://schemas.microsoft.com/office/powerpoint/2010/main" val="38765797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846A0-2F40-C403-0A64-342F49E265B7}"/>
              </a:ext>
            </a:extLst>
          </p:cNvPr>
          <p:cNvSpPr>
            <a:spLocks noGrp="1"/>
          </p:cNvSpPr>
          <p:nvPr>
            <p:ph type="title"/>
          </p:nvPr>
        </p:nvSpPr>
        <p:spPr/>
        <p:txBody>
          <a:bodyPr/>
          <a:lstStyle/>
          <a:p>
            <a:r>
              <a:rPr lang="en-US" dirty="0"/>
              <a:t>Built-in Endpoints</a:t>
            </a:r>
          </a:p>
        </p:txBody>
      </p:sp>
      <p:sp>
        <p:nvSpPr>
          <p:cNvPr id="3" name="Content Placeholder 2">
            <a:extLst>
              <a:ext uri="{FF2B5EF4-FFF2-40B4-BE49-F238E27FC236}">
                <a16:creationId xmlns:a16="http://schemas.microsoft.com/office/drawing/2014/main" id="{8E29C49D-102A-E37F-1EA4-06F3866DBAAD}"/>
              </a:ext>
            </a:extLst>
          </p:cNvPr>
          <p:cNvSpPr>
            <a:spLocks noGrp="1"/>
          </p:cNvSpPr>
          <p:nvPr>
            <p:ph idx="1"/>
          </p:nvPr>
        </p:nvSpPr>
        <p:spPr>
          <a:xfrm>
            <a:off x="435895" y="1635374"/>
            <a:ext cx="8272211" cy="760350"/>
          </a:xfrm>
        </p:spPr>
        <p:txBody>
          <a:bodyPr>
            <a:normAutofit lnSpcReduction="10000"/>
          </a:bodyPr>
          <a:lstStyle/>
          <a:p>
            <a:r>
              <a:rPr lang="en-US" dirty="0"/>
              <a:t>Identity with SPA – </a:t>
            </a:r>
            <a:r>
              <a:rPr lang="en-US" dirty="0" err="1"/>
              <a:t>Learn.Microsoft</a:t>
            </a:r>
            <a:r>
              <a:rPr lang="en-US" dirty="0"/>
              <a:t> Guide:</a:t>
            </a:r>
          </a:p>
          <a:p>
            <a:r>
              <a:rPr lang="en-US" dirty="0"/>
              <a:t>https://learn.microsoft.com/en-us/aspnet/core/security/authentication/identity-api-authorization?view=aspnetcore-10.0</a:t>
            </a:r>
          </a:p>
        </p:txBody>
      </p:sp>
      <p:pic>
        <p:nvPicPr>
          <p:cNvPr id="5" name="Picture 4">
            <a:extLst>
              <a:ext uri="{FF2B5EF4-FFF2-40B4-BE49-F238E27FC236}">
                <a16:creationId xmlns:a16="http://schemas.microsoft.com/office/drawing/2014/main" id="{0B06AA94-4746-73F8-1ECB-4B69309C5EF7}"/>
              </a:ext>
            </a:extLst>
          </p:cNvPr>
          <p:cNvPicPr>
            <a:picLocks noChangeAspect="1"/>
          </p:cNvPicPr>
          <p:nvPr/>
        </p:nvPicPr>
        <p:blipFill>
          <a:blip r:embed="rId2"/>
          <a:stretch>
            <a:fillRect/>
          </a:stretch>
        </p:blipFill>
        <p:spPr>
          <a:xfrm>
            <a:off x="885617" y="3153008"/>
            <a:ext cx="3281675" cy="1697418"/>
          </a:xfrm>
          <a:prstGeom prst="rect">
            <a:avLst/>
          </a:prstGeom>
        </p:spPr>
      </p:pic>
      <p:pic>
        <p:nvPicPr>
          <p:cNvPr id="7" name="Picture 6">
            <a:extLst>
              <a:ext uri="{FF2B5EF4-FFF2-40B4-BE49-F238E27FC236}">
                <a16:creationId xmlns:a16="http://schemas.microsoft.com/office/drawing/2014/main" id="{DCF42EE6-71D7-B113-33D5-9F60E57839B0}"/>
              </a:ext>
            </a:extLst>
          </p:cNvPr>
          <p:cNvPicPr>
            <a:picLocks noChangeAspect="1"/>
          </p:cNvPicPr>
          <p:nvPr/>
        </p:nvPicPr>
        <p:blipFill>
          <a:blip r:embed="rId3"/>
          <a:stretch>
            <a:fillRect/>
          </a:stretch>
        </p:blipFill>
        <p:spPr>
          <a:xfrm>
            <a:off x="4736804" y="3153008"/>
            <a:ext cx="3343399" cy="1697418"/>
          </a:xfrm>
          <a:prstGeom prst="rect">
            <a:avLst/>
          </a:prstGeom>
        </p:spPr>
      </p:pic>
      <p:sp>
        <p:nvSpPr>
          <p:cNvPr id="8" name="TextBox 7">
            <a:extLst>
              <a:ext uri="{FF2B5EF4-FFF2-40B4-BE49-F238E27FC236}">
                <a16:creationId xmlns:a16="http://schemas.microsoft.com/office/drawing/2014/main" id="{CD36B647-2057-41FE-BDD2-05227C9397E1}"/>
              </a:ext>
            </a:extLst>
          </p:cNvPr>
          <p:cNvSpPr txBox="1"/>
          <p:nvPr/>
        </p:nvSpPr>
        <p:spPr>
          <a:xfrm>
            <a:off x="4736804" y="2783676"/>
            <a:ext cx="3086631" cy="276999"/>
          </a:xfrm>
          <a:prstGeom prst="rect">
            <a:avLst/>
          </a:prstGeom>
          <a:noFill/>
        </p:spPr>
        <p:txBody>
          <a:bodyPr wrap="square" rtlCol="0">
            <a:spAutoFit/>
          </a:bodyPr>
          <a:lstStyle/>
          <a:p>
            <a:r>
              <a:rPr lang="en-US" sz="1200" dirty="0"/>
              <a:t>Get a HTTP only cookie (best for web apps):</a:t>
            </a:r>
          </a:p>
        </p:txBody>
      </p:sp>
      <p:sp>
        <p:nvSpPr>
          <p:cNvPr id="9" name="TextBox 8">
            <a:extLst>
              <a:ext uri="{FF2B5EF4-FFF2-40B4-BE49-F238E27FC236}">
                <a16:creationId xmlns:a16="http://schemas.microsoft.com/office/drawing/2014/main" id="{820E6488-7700-6373-FD2E-3CEDC43A853F}"/>
              </a:ext>
            </a:extLst>
          </p:cNvPr>
          <p:cNvSpPr txBox="1"/>
          <p:nvPr/>
        </p:nvSpPr>
        <p:spPr>
          <a:xfrm>
            <a:off x="926375" y="2783676"/>
            <a:ext cx="3086631" cy="276999"/>
          </a:xfrm>
          <a:prstGeom prst="rect">
            <a:avLst/>
          </a:prstGeom>
          <a:noFill/>
        </p:spPr>
        <p:txBody>
          <a:bodyPr wrap="square" rtlCol="0">
            <a:spAutoFit/>
          </a:bodyPr>
          <a:lstStyle/>
          <a:p>
            <a:r>
              <a:rPr lang="en-US" sz="1200" dirty="0"/>
              <a:t>Get a bearer token (JWT – best for mobile):</a:t>
            </a:r>
          </a:p>
        </p:txBody>
      </p:sp>
      <p:pic>
        <p:nvPicPr>
          <p:cNvPr id="11" name="Picture 10">
            <a:extLst>
              <a:ext uri="{FF2B5EF4-FFF2-40B4-BE49-F238E27FC236}">
                <a16:creationId xmlns:a16="http://schemas.microsoft.com/office/drawing/2014/main" id="{1C3CA6EC-5031-AA43-3812-117E8FD47D29}"/>
              </a:ext>
            </a:extLst>
          </p:cNvPr>
          <p:cNvPicPr>
            <a:picLocks noChangeAspect="1"/>
          </p:cNvPicPr>
          <p:nvPr/>
        </p:nvPicPr>
        <p:blipFill>
          <a:blip r:embed="rId4"/>
          <a:stretch>
            <a:fillRect/>
          </a:stretch>
        </p:blipFill>
        <p:spPr>
          <a:xfrm>
            <a:off x="5355199" y="2296016"/>
            <a:ext cx="2106608" cy="275734"/>
          </a:xfrm>
          <a:prstGeom prst="rect">
            <a:avLst/>
          </a:prstGeom>
        </p:spPr>
      </p:pic>
      <p:sp>
        <p:nvSpPr>
          <p:cNvPr id="12" name="TextBox 11">
            <a:extLst>
              <a:ext uri="{FF2B5EF4-FFF2-40B4-BE49-F238E27FC236}">
                <a16:creationId xmlns:a16="http://schemas.microsoft.com/office/drawing/2014/main" id="{802A815C-19CC-E6B3-2C5B-169811EAFB36}"/>
              </a:ext>
            </a:extLst>
          </p:cNvPr>
          <p:cNvSpPr txBox="1"/>
          <p:nvPr/>
        </p:nvSpPr>
        <p:spPr>
          <a:xfrm>
            <a:off x="3668233" y="2381951"/>
            <a:ext cx="1982971" cy="261610"/>
          </a:xfrm>
          <a:prstGeom prst="rect">
            <a:avLst/>
          </a:prstGeom>
          <a:noFill/>
        </p:spPr>
        <p:txBody>
          <a:bodyPr wrap="square" rtlCol="0">
            <a:spAutoFit/>
          </a:bodyPr>
          <a:lstStyle/>
          <a:p>
            <a:r>
              <a:rPr lang="en-US" sz="1050" dirty="0"/>
              <a:t>Sets up built-in endpoints </a:t>
            </a:r>
            <a:r>
              <a:rPr lang="en-US" sz="1050" dirty="0">
                <a:sym typeface="Wingdings" panose="05000000000000000000" pitchFamily="2" charset="2"/>
              </a:rPr>
              <a:t></a:t>
            </a:r>
            <a:endParaRPr lang="en-US" sz="1050" dirty="0"/>
          </a:p>
        </p:txBody>
      </p:sp>
    </p:spTree>
    <p:extLst>
      <p:ext uri="{BB962C8B-B14F-4D97-AF65-F5344CB8AC3E}">
        <p14:creationId xmlns:p14="http://schemas.microsoft.com/office/powerpoint/2010/main" val="33665381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6BE30-9CE4-4902-B2DE-C081A4712745}"/>
              </a:ext>
            </a:extLst>
          </p:cNvPr>
          <p:cNvSpPr>
            <a:spLocks noGrp="1"/>
          </p:cNvSpPr>
          <p:nvPr>
            <p:ph type="title"/>
          </p:nvPr>
        </p:nvSpPr>
        <p:spPr/>
        <p:txBody>
          <a:bodyPr/>
          <a:lstStyle/>
          <a:p>
            <a:r>
              <a:rPr lang="en-US" dirty="0"/>
              <a:t>Authorize and </a:t>
            </a:r>
            <a:r>
              <a:rPr lang="en-US" dirty="0" err="1"/>
              <a:t>allowanonymous</a:t>
            </a:r>
            <a:endParaRPr lang="en-US" dirty="0"/>
          </a:p>
        </p:txBody>
      </p:sp>
      <p:sp>
        <p:nvSpPr>
          <p:cNvPr id="3" name="Content Placeholder 2">
            <a:extLst>
              <a:ext uri="{FF2B5EF4-FFF2-40B4-BE49-F238E27FC236}">
                <a16:creationId xmlns:a16="http://schemas.microsoft.com/office/drawing/2014/main" id="{D46523A2-E978-9A6D-C0CA-B3D8B709A4B0}"/>
              </a:ext>
            </a:extLst>
          </p:cNvPr>
          <p:cNvSpPr>
            <a:spLocks noGrp="1"/>
          </p:cNvSpPr>
          <p:nvPr>
            <p:ph idx="1"/>
          </p:nvPr>
        </p:nvSpPr>
        <p:spPr>
          <a:xfrm>
            <a:off x="2232814" y="1695553"/>
            <a:ext cx="4678365" cy="321018"/>
          </a:xfrm>
        </p:spPr>
        <p:txBody>
          <a:bodyPr/>
          <a:lstStyle/>
          <a:p>
            <a:r>
              <a:rPr lang="en-US" dirty="0"/>
              <a:t>This endpoint needs an authorized user to make the request:</a:t>
            </a:r>
          </a:p>
        </p:txBody>
      </p:sp>
      <p:pic>
        <p:nvPicPr>
          <p:cNvPr id="5" name="Picture 4">
            <a:extLst>
              <a:ext uri="{FF2B5EF4-FFF2-40B4-BE49-F238E27FC236}">
                <a16:creationId xmlns:a16="http://schemas.microsoft.com/office/drawing/2014/main" id="{37E6AD8A-40A3-F007-E9C9-FB47F9BD3EB1}"/>
              </a:ext>
            </a:extLst>
          </p:cNvPr>
          <p:cNvPicPr>
            <a:picLocks noChangeAspect="1"/>
          </p:cNvPicPr>
          <p:nvPr/>
        </p:nvPicPr>
        <p:blipFill>
          <a:blip r:embed="rId2"/>
          <a:stretch>
            <a:fillRect/>
          </a:stretch>
        </p:blipFill>
        <p:spPr>
          <a:xfrm>
            <a:off x="2123731" y="2294514"/>
            <a:ext cx="4896533" cy="885949"/>
          </a:xfrm>
          <a:prstGeom prst="rect">
            <a:avLst/>
          </a:prstGeom>
        </p:spPr>
      </p:pic>
      <p:pic>
        <p:nvPicPr>
          <p:cNvPr id="7" name="Picture 6">
            <a:extLst>
              <a:ext uri="{FF2B5EF4-FFF2-40B4-BE49-F238E27FC236}">
                <a16:creationId xmlns:a16="http://schemas.microsoft.com/office/drawing/2014/main" id="{CACB63D1-28E4-5D84-05FE-B75911012A9E}"/>
              </a:ext>
            </a:extLst>
          </p:cNvPr>
          <p:cNvPicPr>
            <a:picLocks noChangeAspect="1"/>
          </p:cNvPicPr>
          <p:nvPr/>
        </p:nvPicPr>
        <p:blipFill>
          <a:blip r:embed="rId3"/>
          <a:stretch>
            <a:fillRect/>
          </a:stretch>
        </p:blipFill>
        <p:spPr>
          <a:xfrm>
            <a:off x="971046" y="3910067"/>
            <a:ext cx="7201905" cy="800212"/>
          </a:xfrm>
          <a:prstGeom prst="rect">
            <a:avLst/>
          </a:prstGeom>
        </p:spPr>
      </p:pic>
      <p:sp>
        <p:nvSpPr>
          <p:cNvPr id="8" name="Content Placeholder 2">
            <a:extLst>
              <a:ext uri="{FF2B5EF4-FFF2-40B4-BE49-F238E27FC236}">
                <a16:creationId xmlns:a16="http://schemas.microsoft.com/office/drawing/2014/main" id="{69A0F649-A692-B40A-91A8-1F22E1B1778C}"/>
              </a:ext>
            </a:extLst>
          </p:cNvPr>
          <p:cNvSpPr txBox="1">
            <a:spLocks/>
          </p:cNvSpPr>
          <p:nvPr/>
        </p:nvSpPr>
        <p:spPr>
          <a:xfrm>
            <a:off x="2232813" y="3384756"/>
            <a:ext cx="4678365" cy="321018"/>
          </a:xfrm>
          <a:prstGeom prst="rect">
            <a:avLst/>
          </a:prstGeom>
        </p:spPr>
        <p:txBody>
          <a:bodyPr vert="horz" lIns="91440" tIns="45720" rIns="91440" bIns="45720" rtlCol="0" anchor="ctr">
            <a:normAutofit/>
          </a:bodyPr>
          <a:lstStyle>
            <a:lvl1pPr marL="229500" indent="-229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1350" kern="1200">
                <a:solidFill>
                  <a:schemeClr val="tx2"/>
                </a:solidFill>
                <a:latin typeface="+mn-lt"/>
                <a:ea typeface="+mn-ea"/>
                <a:cs typeface="+mn-cs"/>
              </a:defRPr>
            </a:lvl1pPr>
            <a:lvl2pPr marL="472500" indent="-229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2pPr>
            <a:lvl3pPr marL="675000" indent="-202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1050" kern="1200">
                <a:solidFill>
                  <a:schemeClr val="tx2"/>
                </a:solidFill>
                <a:latin typeface="+mn-lt"/>
                <a:ea typeface="+mn-ea"/>
                <a:cs typeface="+mn-cs"/>
              </a:defRPr>
            </a:lvl3pPr>
            <a:lvl4pPr marL="931500" indent="-175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4pPr>
            <a:lvl5pPr marL="1201500" indent="-175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5pPr>
            <a:lvl6pPr marL="1425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6pPr>
            <a:lvl7pPr marL="1650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7pPr>
            <a:lvl8pPr marL="1875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8pPr>
            <a:lvl9pPr marL="2100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9pPr>
          </a:lstStyle>
          <a:p>
            <a:r>
              <a:rPr lang="en-US" dirty="0"/>
              <a:t>This endpoint explicitly allows anyone to access</a:t>
            </a:r>
          </a:p>
        </p:txBody>
      </p:sp>
    </p:spTree>
    <p:extLst>
      <p:ext uri="{BB962C8B-B14F-4D97-AF65-F5344CB8AC3E}">
        <p14:creationId xmlns:p14="http://schemas.microsoft.com/office/powerpoint/2010/main" val="17446504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F0714-32D0-DAA8-E9FE-5E3666FB999E}"/>
              </a:ext>
            </a:extLst>
          </p:cNvPr>
          <p:cNvSpPr>
            <a:spLocks noGrp="1"/>
          </p:cNvSpPr>
          <p:nvPr>
            <p:ph type="title"/>
          </p:nvPr>
        </p:nvSpPr>
        <p:spPr/>
        <p:txBody>
          <a:bodyPr/>
          <a:lstStyle/>
          <a:p>
            <a:r>
              <a:rPr lang="en-US" dirty="0"/>
              <a:t>Creating an auth policy</a:t>
            </a:r>
          </a:p>
        </p:txBody>
      </p:sp>
      <p:sp>
        <p:nvSpPr>
          <p:cNvPr id="3" name="Content Placeholder 2">
            <a:extLst>
              <a:ext uri="{FF2B5EF4-FFF2-40B4-BE49-F238E27FC236}">
                <a16:creationId xmlns:a16="http://schemas.microsoft.com/office/drawing/2014/main" id="{BF5EAF70-720D-D2A9-CE6A-847ABBAC9418}"/>
              </a:ext>
            </a:extLst>
          </p:cNvPr>
          <p:cNvSpPr>
            <a:spLocks noGrp="1"/>
          </p:cNvSpPr>
          <p:nvPr>
            <p:ph idx="1"/>
          </p:nvPr>
        </p:nvSpPr>
        <p:spPr>
          <a:xfrm>
            <a:off x="2153073" y="1640690"/>
            <a:ext cx="4837854" cy="475190"/>
          </a:xfrm>
        </p:spPr>
        <p:txBody>
          <a:bodyPr/>
          <a:lstStyle/>
          <a:p>
            <a:r>
              <a:rPr lang="en-US" dirty="0"/>
              <a:t>This will ensure all endpoints require authentication by default:</a:t>
            </a:r>
          </a:p>
        </p:txBody>
      </p:sp>
      <p:pic>
        <p:nvPicPr>
          <p:cNvPr id="7" name="Picture 6">
            <a:extLst>
              <a:ext uri="{FF2B5EF4-FFF2-40B4-BE49-F238E27FC236}">
                <a16:creationId xmlns:a16="http://schemas.microsoft.com/office/drawing/2014/main" id="{D09490A4-716F-1810-0D75-992F8D1D6364}"/>
              </a:ext>
            </a:extLst>
          </p:cNvPr>
          <p:cNvPicPr>
            <a:picLocks noChangeAspect="1"/>
          </p:cNvPicPr>
          <p:nvPr/>
        </p:nvPicPr>
        <p:blipFill>
          <a:blip r:embed="rId2"/>
          <a:stretch>
            <a:fillRect/>
          </a:stretch>
        </p:blipFill>
        <p:spPr>
          <a:xfrm>
            <a:off x="1394969" y="2192447"/>
            <a:ext cx="6354062" cy="1066949"/>
          </a:xfrm>
          <a:prstGeom prst="rect">
            <a:avLst/>
          </a:prstGeom>
        </p:spPr>
      </p:pic>
    </p:spTree>
    <p:extLst>
      <p:ext uri="{BB962C8B-B14F-4D97-AF65-F5344CB8AC3E}">
        <p14:creationId xmlns:p14="http://schemas.microsoft.com/office/powerpoint/2010/main" val="650272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6EB94-22C1-B92E-AFDD-37E43B83D1D8}"/>
              </a:ext>
            </a:extLst>
          </p:cNvPr>
          <p:cNvSpPr>
            <a:spLocks noGrp="1"/>
          </p:cNvSpPr>
          <p:nvPr>
            <p:ph type="title"/>
          </p:nvPr>
        </p:nvSpPr>
        <p:spPr/>
        <p:txBody>
          <a:bodyPr/>
          <a:lstStyle/>
          <a:p>
            <a:r>
              <a:rPr lang="en-US" dirty="0"/>
              <a:t>Registering New Users</a:t>
            </a:r>
          </a:p>
        </p:txBody>
      </p:sp>
      <p:pic>
        <p:nvPicPr>
          <p:cNvPr id="5" name="Picture 4">
            <a:extLst>
              <a:ext uri="{FF2B5EF4-FFF2-40B4-BE49-F238E27FC236}">
                <a16:creationId xmlns:a16="http://schemas.microsoft.com/office/drawing/2014/main" id="{2D9615AE-D50C-312C-E07E-1F0A3A5E7D66}"/>
              </a:ext>
            </a:extLst>
          </p:cNvPr>
          <p:cNvPicPr>
            <a:picLocks noChangeAspect="1"/>
          </p:cNvPicPr>
          <p:nvPr/>
        </p:nvPicPr>
        <p:blipFill>
          <a:blip r:embed="rId2"/>
          <a:stretch>
            <a:fillRect/>
          </a:stretch>
        </p:blipFill>
        <p:spPr>
          <a:xfrm>
            <a:off x="682350" y="1630768"/>
            <a:ext cx="1709976" cy="1700450"/>
          </a:xfrm>
          <a:prstGeom prst="rect">
            <a:avLst/>
          </a:prstGeom>
        </p:spPr>
      </p:pic>
      <p:pic>
        <p:nvPicPr>
          <p:cNvPr id="7" name="Picture 6">
            <a:extLst>
              <a:ext uri="{FF2B5EF4-FFF2-40B4-BE49-F238E27FC236}">
                <a16:creationId xmlns:a16="http://schemas.microsoft.com/office/drawing/2014/main" id="{9C72ACC4-F9BC-D306-9F8C-D890EB27730D}"/>
              </a:ext>
            </a:extLst>
          </p:cNvPr>
          <p:cNvPicPr>
            <a:picLocks noChangeAspect="1"/>
          </p:cNvPicPr>
          <p:nvPr/>
        </p:nvPicPr>
        <p:blipFill>
          <a:blip r:embed="rId3"/>
          <a:stretch>
            <a:fillRect/>
          </a:stretch>
        </p:blipFill>
        <p:spPr>
          <a:xfrm>
            <a:off x="340241" y="3422185"/>
            <a:ext cx="2724311" cy="1512026"/>
          </a:xfrm>
          <a:prstGeom prst="rect">
            <a:avLst/>
          </a:prstGeom>
        </p:spPr>
      </p:pic>
      <p:pic>
        <p:nvPicPr>
          <p:cNvPr id="9" name="Picture 8">
            <a:extLst>
              <a:ext uri="{FF2B5EF4-FFF2-40B4-BE49-F238E27FC236}">
                <a16:creationId xmlns:a16="http://schemas.microsoft.com/office/drawing/2014/main" id="{F321067A-1BF7-F5AD-FD03-78D044CC0D14}"/>
              </a:ext>
            </a:extLst>
          </p:cNvPr>
          <p:cNvPicPr>
            <a:picLocks noChangeAspect="1"/>
          </p:cNvPicPr>
          <p:nvPr/>
        </p:nvPicPr>
        <p:blipFill>
          <a:blip r:embed="rId4"/>
          <a:stretch>
            <a:fillRect/>
          </a:stretch>
        </p:blipFill>
        <p:spPr>
          <a:xfrm>
            <a:off x="4572000" y="1901550"/>
            <a:ext cx="3235291" cy="2715333"/>
          </a:xfrm>
          <a:prstGeom prst="rect">
            <a:avLst/>
          </a:prstGeom>
        </p:spPr>
      </p:pic>
      <p:sp>
        <p:nvSpPr>
          <p:cNvPr id="10" name="TextBox 9">
            <a:extLst>
              <a:ext uri="{FF2B5EF4-FFF2-40B4-BE49-F238E27FC236}">
                <a16:creationId xmlns:a16="http://schemas.microsoft.com/office/drawing/2014/main" id="{DFF7A143-310D-F670-03AF-3064FDCC3CD6}"/>
              </a:ext>
            </a:extLst>
          </p:cNvPr>
          <p:cNvSpPr txBox="1"/>
          <p:nvPr/>
        </p:nvSpPr>
        <p:spPr>
          <a:xfrm>
            <a:off x="4508754" y="1532218"/>
            <a:ext cx="2242922" cy="369332"/>
          </a:xfrm>
          <a:prstGeom prst="rect">
            <a:avLst/>
          </a:prstGeom>
          <a:noFill/>
        </p:spPr>
        <p:txBody>
          <a:bodyPr wrap="none" rtlCol="0">
            <a:spAutoFit/>
          </a:bodyPr>
          <a:lstStyle/>
          <a:p>
            <a:r>
              <a:rPr lang="en-US" dirty="0" err="1"/>
              <a:t>AccountController.cs</a:t>
            </a:r>
            <a:r>
              <a:rPr lang="en-US" dirty="0"/>
              <a:t>:</a:t>
            </a:r>
          </a:p>
        </p:txBody>
      </p:sp>
      <p:sp>
        <p:nvSpPr>
          <p:cNvPr id="11" name="TextBox 10">
            <a:extLst>
              <a:ext uri="{FF2B5EF4-FFF2-40B4-BE49-F238E27FC236}">
                <a16:creationId xmlns:a16="http://schemas.microsoft.com/office/drawing/2014/main" id="{9517A3E0-CCE7-0981-9AF0-C9EB9750C662}"/>
              </a:ext>
            </a:extLst>
          </p:cNvPr>
          <p:cNvSpPr txBox="1"/>
          <p:nvPr/>
        </p:nvSpPr>
        <p:spPr>
          <a:xfrm>
            <a:off x="2392326" y="2146801"/>
            <a:ext cx="2149948" cy="830997"/>
          </a:xfrm>
          <a:prstGeom prst="rect">
            <a:avLst/>
          </a:prstGeom>
          <a:noFill/>
        </p:spPr>
        <p:txBody>
          <a:bodyPr wrap="none" rtlCol="0">
            <a:spAutoFit/>
          </a:bodyPr>
          <a:lstStyle/>
          <a:p>
            <a:pPr marL="171450" indent="-171450">
              <a:buFont typeface="Wingdings" panose="05000000000000000000" pitchFamily="2" charset="2"/>
              <a:buChar char="ß"/>
            </a:pPr>
            <a:r>
              <a:rPr lang="en-US" sz="1200" dirty="0">
                <a:sym typeface="Wingdings" panose="05000000000000000000" pitchFamily="2" charset="2"/>
              </a:rPr>
              <a:t>DTOs in API layer</a:t>
            </a:r>
          </a:p>
          <a:p>
            <a:pPr marL="171450" indent="-171450">
              <a:buFont typeface="Wingdings" panose="05000000000000000000" pitchFamily="2" charset="2"/>
              <a:buChar char="ß"/>
            </a:pPr>
            <a:endParaRPr lang="en-US" sz="1200" dirty="0">
              <a:sym typeface="Wingdings" panose="05000000000000000000" pitchFamily="2" charset="2"/>
            </a:endParaRPr>
          </a:p>
          <a:p>
            <a:pPr marL="171450" indent="-171450">
              <a:buFont typeface="Wingdings" panose="05000000000000000000" pitchFamily="2" charset="2"/>
              <a:buChar char="ß"/>
            </a:pPr>
            <a:r>
              <a:rPr lang="en-US" sz="1200" dirty="0" err="1">
                <a:sym typeface="Wingdings" panose="05000000000000000000" pitchFamily="2" charset="2"/>
              </a:rPr>
              <a:t>DataAnnotations</a:t>
            </a:r>
            <a:r>
              <a:rPr lang="en-US" sz="1200" dirty="0">
                <a:sym typeface="Wingdings" panose="05000000000000000000" pitchFamily="2" charset="2"/>
              </a:rPr>
              <a:t> help setup </a:t>
            </a:r>
          </a:p>
          <a:p>
            <a:r>
              <a:rPr lang="en-US" sz="1200" dirty="0">
                <a:sym typeface="Wingdings" panose="05000000000000000000" pitchFamily="2" charset="2"/>
              </a:rPr>
              <a:t>    easy validation later</a:t>
            </a:r>
            <a:endParaRPr lang="en-US" sz="1200" dirty="0"/>
          </a:p>
        </p:txBody>
      </p:sp>
    </p:spTree>
    <p:extLst>
      <p:ext uri="{BB962C8B-B14F-4D97-AF65-F5344CB8AC3E}">
        <p14:creationId xmlns:p14="http://schemas.microsoft.com/office/powerpoint/2010/main" val="9672707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1E416-E918-996F-77D5-44782677A2E8}"/>
              </a:ext>
            </a:extLst>
          </p:cNvPr>
          <p:cNvSpPr>
            <a:spLocks noGrp="1"/>
          </p:cNvSpPr>
          <p:nvPr>
            <p:ph type="title"/>
          </p:nvPr>
        </p:nvSpPr>
        <p:spPr/>
        <p:txBody>
          <a:bodyPr/>
          <a:lstStyle/>
          <a:p>
            <a:r>
              <a:rPr lang="en-US" dirty="0"/>
              <a:t>Registering New Users part 2</a:t>
            </a:r>
          </a:p>
        </p:txBody>
      </p:sp>
      <p:pic>
        <p:nvPicPr>
          <p:cNvPr id="5" name="Picture 4">
            <a:extLst>
              <a:ext uri="{FF2B5EF4-FFF2-40B4-BE49-F238E27FC236}">
                <a16:creationId xmlns:a16="http://schemas.microsoft.com/office/drawing/2014/main" id="{C693187F-2A17-B93F-2D97-D4DEA30A7653}"/>
              </a:ext>
            </a:extLst>
          </p:cNvPr>
          <p:cNvPicPr>
            <a:picLocks noChangeAspect="1"/>
          </p:cNvPicPr>
          <p:nvPr/>
        </p:nvPicPr>
        <p:blipFill>
          <a:blip r:embed="rId2"/>
          <a:stretch>
            <a:fillRect/>
          </a:stretch>
        </p:blipFill>
        <p:spPr>
          <a:xfrm>
            <a:off x="3338623" y="1550152"/>
            <a:ext cx="3708225" cy="3343482"/>
          </a:xfrm>
          <a:prstGeom prst="rect">
            <a:avLst/>
          </a:prstGeom>
        </p:spPr>
      </p:pic>
      <p:sp>
        <p:nvSpPr>
          <p:cNvPr id="6" name="TextBox 5">
            <a:extLst>
              <a:ext uri="{FF2B5EF4-FFF2-40B4-BE49-F238E27FC236}">
                <a16:creationId xmlns:a16="http://schemas.microsoft.com/office/drawing/2014/main" id="{A9D8300F-173A-AA74-17F7-97D85A43A127}"/>
              </a:ext>
            </a:extLst>
          </p:cNvPr>
          <p:cNvSpPr txBox="1"/>
          <p:nvPr/>
        </p:nvSpPr>
        <p:spPr>
          <a:xfrm>
            <a:off x="914400" y="2822944"/>
            <a:ext cx="2242922" cy="369332"/>
          </a:xfrm>
          <a:prstGeom prst="rect">
            <a:avLst/>
          </a:prstGeom>
          <a:noFill/>
        </p:spPr>
        <p:txBody>
          <a:bodyPr wrap="none" rtlCol="0">
            <a:spAutoFit/>
          </a:bodyPr>
          <a:lstStyle/>
          <a:p>
            <a:r>
              <a:rPr lang="en-US" dirty="0" err="1"/>
              <a:t>AccountController.cs</a:t>
            </a:r>
            <a:r>
              <a:rPr lang="en-US" dirty="0"/>
              <a:t>:</a:t>
            </a:r>
          </a:p>
        </p:txBody>
      </p:sp>
    </p:spTree>
    <p:extLst>
      <p:ext uri="{BB962C8B-B14F-4D97-AF65-F5344CB8AC3E}">
        <p14:creationId xmlns:p14="http://schemas.microsoft.com/office/powerpoint/2010/main" val="22946259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8F46F-BFF6-F922-C884-B1E46F81AE64}"/>
              </a:ext>
            </a:extLst>
          </p:cNvPr>
          <p:cNvSpPr>
            <a:spLocks noGrp="1"/>
          </p:cNvSpPr>
          <p:nvPr>
            <p:ph type="title"/>
          </p:nvPr>
        </p:nvSpPr>
        <p:spPr/>
        <p:txBody>
          <a:bodyPr/>
          <a:lstStyle/>
          <a:p>
            <a:r>
              <a:rPr lang="en-US" dirty="0"/>
              <a:t>Getting User Info</a:t>
            </a:r>
          </a:p>
        </p:txBody>
      </p:sp>
      <p:pic>
        <p:nvPicPr>
          <p:cNvPr id="5" name="Picture 4">
            <a:extLst>
              <a:ext uri="{FF2B5EF4-FFF2-40B4-BE49-F238E27FC236}">
                <a16:creationId xmlns:a16="http://schemas.microsoft.com/office/drawing/2014/main" id="{A989BE6C-3A64-1262-C067-D044AC8E41B9}"/>
              </a:ext>
            </a:extLst>
          </p:cNvPr>
          <p:cNvPicPr>
            <a:picLocks noChangeAspect="1"/>
          </p:cNvPicPr>
          <p:nvPr/>
        </p:nvPicPr>
        <p:blipFill>
          <a:blip r:embed="rId2"/>
          <a:stretch>
            <a:fillRect/>
          </a:stretch>
        </p:blipFill>
        <p:spPr>
          <a:xfrm>
            <a:off x="749554" y="2437059"/>
            <a:ext cx="2934034" cy="1419475"/>
          </a:xfrm>
          <a:prstGeom prst="rect">
            <a:avLst/>
          </a:prstGeom>
        </p:spPr>
      </p:pic>
      <p:pic>
        <p:nvPicPr>
          <p:cNvPr id="9" name="Picture 8">
            <a:extLst>
              <a:ext uri="{FF2B5EF4-FFF2-40B4-BE49-F238E27FC236}">
                <a16:creationId xmlns:a16="http://schemas.microsoft.com/office/drawing/2014/main" id="{33B476F6-5C38-8060-3D09-582A4A371642}"/>
              </a:ext>
            </a:extLst>
          </p:cNvPr>
          <p:cNvPicPr>
            <a:picLocks noChangeAspect="1"/>
          </p:cNvPicPr>
          <p:nvPr/>
        </p:nvPicPr>
        <p:blipFill>
          <a:blip r:embed="rId3"/>
          <a:stretch>
            <a:fillRect/>
          </a:stretch>
        </p:blipFill>
        <p:spPr>
          <a:xfrm>
            <a:off x="4572000" y="1702229"/>
            <a:ext cx="3349795" cy="3141582"/>
          </a:xfrm>
          <a:prstGeom prst="rect">
            <a:avLst/>
          </a:prstGeom>
        </p:spPr>
      </p:pic>
      <p:sp>
        <p:nvSpPr>
          <p:cNvPr id="10" name="TextBox 9">
            <a:extLst>
              <a:ext uri="{FF2B5EF4-FFF2-40B4-BE49-F238E27FC236}">
                <a16:creationId xmlns:a16="http://schemas.microsoft.com/office/drawing/2014/main" id="{4517FE62-C005-F84A-43F1-7A9FDEA98C5E}"/>
              </a:ext>
            </a:extLst>
          </p:cNvPr>
          <p:cNvSpPr txBox="1"/>
          <p:nvPr/>
        </p:nvSpPr>
        <p:spPr>
          <a:xfrm>
            <a:off x="4572000" y="1332897"/>
            <a:ext cx="2242922" cy="369332"/>
          </a:xfrm>
          <a:prstGeom prst="rect">
            <a:avLst/>
          </a:prstGeom>
          <a:noFill/>
        </p:spPr>
        <p:txBody>
          <a:bodyPr wrap="none" rtlCol="0">
            <a:spAutoFit/>
          </a:bodyPr>
          <a:lstStyle/>
          <a:p>
            <a:r>
              <a:rPr lang="en-US" dirty="0" err="1"/>
              <a:t>AccountController.cs</a:t>
            </a:r>
            <a:r>
              <a:rPr lang="en-US" dirty="0"/>
              <a:t>:</a:t>
            </a:r>
          </a:p>
        </p:txBody>
      </p:sp>
      <p:sp>
        <p:nvSpPr>
          <p:cNvPr id="11" name="TextBox 10">
            <a:extLst>
              <a:ext uri="{FF2B5EF4-FFF2-40B4-BE49-F238E27FC236}">
                <a16:creationId xmlns:a16="http://schemas.microsoft.com/office/drawing/2014/main" id="{82163DF7-411B-94F1-65BC-E6D30D81BF2C}"/>
              </a:ext>
            </a:extLst>
          </p:cNvPr>
          <p:cNvSpPr txBox="1"/>
          <p:nvPr/>
        </p:nvSpPr>
        <p:spPr>
          <a:xfrm>
            <a:off x="701749" y="2067727"/>
            <a:ext cx="1270541" cy="369332"/>
          </a:xfrm>
          <a:prstGeom prst="rect">
            <a:avLst/>
          </a:prstGeom>
          <a:noFill/>
        </p:spPr>
        <p:txBody>
          <a:bodyPr wrap="none" rtlCol="0">
            <a:spAutoFit/>
          </a:bodyPr>
          <a:lstStyle/>
          <a:p>
            <a:r>
              <a:rPr lang="en-US" dirty="0" err="1"/>
              <a:t>Program.cs</a:t>
            </a:r>
            <a:r>
              <a:rPr lang="en-US" dirty="0"/>
              <a:t>:</a:t>
            </a:r>
          </a:p>
        </p:txBody>
      </p:sp>
    </p:spTree>
    <p:extLst>
      <p:ext uri="{BB962C8B-B14F-4D97-AF65-F5344CB8AC3E}">
        <p14:creationId xmlns:p14="http://schemas.microsoft.com/office/powerpoint/2010/main" val="14954134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A9137-6259-4E59-2096-E3ED85F74327}"/>
              </a:ext>
            </a:extLst>
          </p:cNvPr>
          <p:cNvSpPr>
            <a:spLocks noGrp="1"/>
          </p:cNvSpPr>
          <p:nvPr>
            <p:ph type="title"/>
          </p:nvPr>
        </p:nvSpPr>
        <p:spPr/>
        <p:txBody>
          <a:bodyPr/>
          <a:lstStyle/>
          <a:p>
            <a:r>
              <a:rPr lang="en-US" dirty="0"/>
              <a:t>Register Admins and Authorized routes</a:t>
            </a:r>
          </a:p>
        </p:txBody>
      </p:sp>
      <p:pic>
        <p:nvPicPr>
          <p:cNvPr id="5" name="Picture 4">
            <a:extLst>
              <a:ext uri="{FF2B5EF4-FFF2-40B4-BE49-F238E27FC236}">
                <a16:creationId xmlns:a16="http://schemas.microsoft.com/office/drawing/2014/main" id="{99AE317B-19BD-6337-0EA0-C8501285F063}"/>
              </a:ext>
            </a:extLst>
          </p:cNvPr>
          <p:cNvPicPr>
            <a:picLocks noChangeAspect="1"/>
          </p:cNvPicPr>
          <p:nvPr/>
        </p:nvPicPr>
        <p:blipFill>
          <a:blip r:embed="rId2"/>
          <a:stretch>
            <a:fillRect/>
          </a:stretch>
        </p:blipFill>
        <p:spPr>
          <a:xfrm>
            <a:off x="2574595" y="1525977"/>
            <a:ext cx="5252714" cy="3435059"/>
          </a:xfrm>
          <a:prstGeom prst="rect">
            <a:avLst/>
          </a:prstGeom>
        </p:spPr>
      </p:pic>
      <p:sp>
        <p:nvSpPr>
          <p:cNvPr id="6" name="TextBox 5">
            <a:extLst>
              <a:ext uri="{FF2B5EF4-FFF2-40B4-BE49-F238E27FC236}">
                <a16:creationId xmlns:a16="http://schemas.microsoft.com/office/drawing/2014/main" id="{A82C8EDD-CA6F-E685-1D7C-F3329339216C}"/>
              </a:ext>
            </a:extLst>
          </p:cNvPr>
          <p:cNvSpPr txBox="1"/>
          <p:nvPr/>
        </p:nvSpPr>
        <p:spPr>
          <a:xfrm>
            <a:off x="227390" y="1565125"/>
            <a:ext cx="2242922" cy="369332"/>
          </a:xfrm>
          <a:prstGeom prst="rect">
            <a:avLst/>
          </a:prstGeom>
          <a:noFill/>
        </p:spPr>
        <p:txBody>
          <a:bodyPr wrap="none" rtlCol="0">
            <a:spAutoFit/>
          </a:bodyPr>
          <a:lstStyle/>
          <a:p>
            <a:r>
              <a:rPr lang="en-US" dirty="0" err="1"/>
              <a:t>AccountController.cs</a:t>
            </a:r>
            <a:r>
              <a:rPr lang="en-US" dirty="0"/>
              <a:t>:</a:t>
            </a:r>
          </a:p>
        </p:txBody>
      </p:sp>
    </p:spTree>
    <p:extLst>
      <p:ext uri="{BB962C8B-B14F-4D97-AF65-F5344CB8AC3E}">
        <p14:creationId xmlns:p14="http://schemas.microsoft.com/office/powerpoint/2010/main" val="4088091981"/>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React</Template>
  <TotalTime>86338</TotalTime>
  <Words>1604</Words>
  <Application>Microsoft Office PowerPoint</Application>
  <PresentationFormat>On-screen Show (16:9)</PresentationFormat>
  <Paragraphs>251</Paragraphs>
  <Slides>50</Slides>
  <Notes>3</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Gill Sans MT</vt:lpstr>
      <vt:lpstr>Hammersmith One</vt:lpstr>
      <vt:lpstr>Wingdings</vt:lpstr>
      <vt:lpstr>Wingdings 2</vt:lpstr>
      <vt:lpstr>Dividend</vt:lpstr>
      <vt:lpstr>ASP.NET</vt:lpstr>
      <vt:lpstr>01</vt:lpstr>
      <vt:lpstr>What is a Database?</vt:lpstr>
      <vt:lpstr>Model Binding</vt:lpstr>
      <vt:lpstr>Manual DTOs</vt:lpstr>
      <vt:lpstr>Manual DTOs</vt:lpstr>
      <vt:lpstr>AutoMapper</vt:lpstr>
      <vt:lpstr>AutoMapper</vt:lpstr>
      <vt:lpstr>CORS</vt:lpstr>
      <vt:lpstr>CORS Setup</vt:lpstr>
      <vt:lpstr>HTTPS</vt:lpstr>
      <vt:lpstr>HTTPS Setup</vt:lpstr>
      <vt:lpstr>HTTPS Setup</vt:lpstr>
      <vt:lpstr>Middleware</vt:lpstr>
      <vt:lpstr>Direct SQL Queries with EF Core</vt:lpstr>
      <vt:lpstr>Change Tracking</vt:lpstr>
      <vt:lpstr>EF Core Data Annotations</vt:lpstr>
      <vt:lpstr>Data Annotations – Relationships &amp; Navigation Properties</vt:lpstr>
      <vt:lpstr>Data Annotations – Relationships &amp; Navigation Properties</vt:lpstr>
      <vt:lpstr>Data Annotations – Relationships &amp; Navigation Properties</vt:lpstr>
      <vt:lpstr>Fluent API</vt:lpstr>
      <vt:lpstr>Fluent API – Other Common Methods</vt:lpstr>
      <vt:lpstr>Fluent API – Best Practice</vt:lpstr>
      <vt:lpstr>Caching</vt:lpstr>
      <vt:lpstr>In-Memory Caching</vt:lpstr>
      <vt:lpstr>Cache Invalidation</vt:lpstr>
      <vt:lpstr>Response Caching</vt:lpstr>
      <vt:lpstr>Response Cache vs Memory Cache</vt:lpstr>
      <vt:lpstr>Eager vs Lazy Loading</vt:lpstr>
      <vt:lpstr>Eager vs Lazy Loading</vt:lpstr>
      <vt:lpstr>Explicit Loading</vt:lpstr>
      <vt:lpstr>Eager vs Lazy vs Explicit Loading</vt:lpstr>
      <vt:lpstr>Clean Code</vt:lpstr>
      <vt:lpstr>CQRS</vt:lpstr>
      <vt:lpstr>Mediator Pattern</vt:lpstr>
      <vt:lpstr>Mediatr &amp; CQRS Setup</vt:lpstr>
      <vt:lpstr>Mediatr &amp; CQRS Setup</vt:lpstr>
      <vt:lpstr>Mediatr &amp; CQRS Setup</vt:lpstr>
      <vt:lpstr>Asp.net core Identity</vt:lpstr>
      <vt:lpstr>Important Design Decision !</vt:lpstr>
      <vt:lpstr>Adding the User entity</vt:lpstr>
      <vt:lpstr>Configure Identity</vt:lpstr>
      <vt:lpstr>Seeding Users</vt:lpstr>
      <vt:lpstr>Built-in Endpoints</vt:lpstr>
      <vt:lpstr>Authorize and allowanonymous</vt:lpstr>
      <vt:lpstr>Creating an auth policy</vt:lpstr>
      <vt:lpstr>Registering New Users</vt:lpstr>
      <vt:lpstr>Registering New Users part 2</vt:lpstr>
      <vt:lpstr>Getting User Info</vt:lpstr>
      <vt:lpstr>Register Admins and Authorized routes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Ethan Wilson</cp:lastModifiedBy>
  <cp:revision>34</cp:revision>
  <dcterms:modified xsi:type="dcterms:W3CDTF">2026-06-02T15:55:19Z</dcterms:modified>
</cp:coreProperties>
</file>